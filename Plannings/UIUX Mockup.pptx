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unknown"/>
  <Override PartName="/ppt/media/image6.jp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68" r:id="rId3"/>
    <p:sldId id="270" r:id="rId4"/>
    <p:sldId id="271" r:id="rId5"/>
    <p:sldId id="272" r:id="rId6"/>
    <p:sldId id="273" r:id="rId7"/>
    <p:sldId id="269" r:id="rId8"/>
    <p:sldId id="258" r:id="rId9"/>
    <p:sldId id="265" r:id="rId10"/>
    <p:sldId id="259" r:id="rId11"/>
    <p:sldId id="266" r:id="rId12"/>
    <p:sldId id="267" r:id="rId13"/>
    <p:sldId id="257" r:id="rId14"/>
    <p:sldId id="274" r:id="rId15"/>
    <p:sldId id="275" r:id="rId16"/>
    <p:sldId id="279" r:id="rId17"/>
    <p:sldId id="277" r:id="rId18"/>
    <p:sldId id="276" r:id="rId19"/>
    <p:sldId id="260" r:id="rId20"/>
    <p:sldId id="261" r:id="rId21"/>
    <p:sldId id="264" r:id="rId22"/>
    <p:sldId id="278" r:id="rId23"/>
    <p:sldId id="280" r:id="rId24"/>
    <p:sldId id="283" r:id="rId25"/>
    <p:sldId id="281" r:id="rId26"/>
    <p:sldId id="282" r:id="rId27"/>
    <p:sldId id="262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788" y="3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D05D50-5BC8-4E62-AFFA-6E3E7D7761C7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B48C34-E5D8-4A14-A713-1AB6FADF51D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89768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48C34-E5D8-4A14-A713-1AB6FADF51DC}" type="slidenum">
              <a:rPr lang="en-ID" smtClean="0"/>
              <a:t>13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862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2EF86-2373-DE9B-B9BB-47480A1E5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AFA099-BB11-F49E-9DB3-D04F14CE03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6AB69-C791-6E02-718E-8E16FB1E8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C0286-F1BB-91CF-59F3-3735AE4C0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48C34-E5D8-4A14-A713-1AB6FADF51DC}" type="slidenum">
              <a:rPr lang="en-ID" smtClean="0"/>
              <a:t>14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354449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0B23F-6294-B4CE-71EF-DDA1A90DC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E1716B-3CAB-FB83-CCED-9690C2932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0F4A11-B016-0EFA-0639-6E20C799E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665B6-8B29-9A01-5C65-311E5166FB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48C34-E5D8-4A14-A713-1AB6FADF51DC}" type="slidenum">
              <a:rPr lang="en-ID" smtClean="0"/>
              <a:t>15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71017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B0FB6-CFAC-838D-54ED-E1340C63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6A7A7-6F2A-D671-FB21-5E3D4D2E7E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B36006-DA2F-5B0A-F44C-3F9415AC6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A0854-16FD-B347-9E94-6CED08C20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48C34-E5D8-4A14-A713-1AB6FADF51DC}" type="slidenum">
              <a:rPr lang="en-ID" smtClean="0"/>
              <a:t>16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12702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4BD78-641A-35A2-3C2E-11BCE26C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46E6CE-9CE0-72FA-49AD-4F4935117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81671A-D1BD-0A9A-3960-A0DAB1B0D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B909FE-8E2D-FD3B-64C5-C0854B654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48C34-E5D8-4A14-A713-1AB6FADF51DC}" type="slidenum">
              <a:rPr lang="en-ID" smtClean="0"/>
              <a:t>17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4942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8ECB2-3FD4-984C-C077-24E3971B1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B826A2-5B7C-1B38-C2A5-173B930705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1E3DC-DCAA-F906-0ED1-EBA9AA73F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14FA5-3316-AB4F-4EDF-8FB2819E8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B48C34-E5D8-4A14-A713-1AB6FADF51DC}" type="slidenum">
              <a:rPr lang="en-ID" smtClean="0"/>
              <a:t>18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868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7A60D-870D-391C-B41F-F4F9C910E9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BC504F-1593-4B48-ED5C-542B27C7D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37DD7-85E7-07A6-075D-4C90C432C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A1180-8449-9261-F87F-A8C5E400C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AC04E-3A7A-63CE-D6F3-260689EF2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2548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18475-865A-4EC1-EF21-11EA9F199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67A3C-7014-C33C-683E-6A7F0A7B6E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191A0-389B-99C6-7012-3A303D693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A33EC8-07C3-A2B2-C510-808C4CA8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EAA93-45F5-EBAE-E9EE-123F2616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48929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A651-20CF-C103-A5D5-A414066FE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3A42A-EB6B-1029-6CE8-7F8B32ED8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89AE11-E975-486A-798C-3F47AF17E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528A0-3253-B472-A748-BEE69ACC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DD146-0994-98A5-83D6-41DBEF554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6955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1BD3-5ED4-0713-FEF0-C94889B8F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2F746-0086-37AE-8E97-E18C6B552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A46FC-C611-0473-AE00-F5186DB34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5B755-CDC7-625F-011E-56C329040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C1505-7FB7-9BF3-9B09-5456E05D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AC21CF-0A72-9205-1D64-8A8839CD5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141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02A80-C9C7-4F03-7C1C-1124624D8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7DEAD-365B-D98B-EDC6-28DE8751D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FDEFE7-0A2E-644A-129C-D0564D77F1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B9C9CE-B9CF-E05F-D7DC-45DA0BE4B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395B7-2418-D499-0668-3D63D6537F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C23393-A960-FFC3-7BCA-10AD5CF7A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DCE692-4073-CA72-9D6F-812894C54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40E015E-55FE-80F0-D284-6E57597B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83923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CE6D8-2559-56CC-4FB6-650B6284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6A4AA-0E58-1DFC-988D-4F97F643C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6CCFC-019D-761E-710E-BBC98DC71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7EC386-39BF-D027-7A9D-D0EC175DA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482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6B539F-B602-3EAE-36E1-FE4CCE1AD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E9CB31-5BD1-CEA9-0074-7A24169B4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CD149-1434-11A6-A572-3CFDB4ADB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0463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33DE-1B9A-3465-A1E2-E11D694C1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DED27-ADA9-E24C-F456-65D25395F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AFD6EB-0D88-4BF4-3C5E-A84097350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AF8C3-3C06-3364-0E9A-05BA4BC4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A5C440-AF1F-DD51-4492-65ECA9454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400478-3CD7-4ED1-9E06-1D8E0760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78525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115A-A119-B55A-93EA-AEDC7BF71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CA5BE1-0EA0-ECB8-8599-22A9C3B666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48B90-EC54-BDCA-5B76-19D9BF44D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AB893-A139-8626-D1D6-578B35B8F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9E68E-6472-013B-1973-894C730A9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E2E414-553E-14BB-03D7-33D87F4D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0670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9F08F-2F38-B3E9-DFB8-2A77E3F27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02ACA1-7D98-7235-2D35-410A24A1A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6BC9B-215C-A57E-D8F9-7D16CBFDF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3C74B-071F-D7E6-A74A-E605E5FAE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29CBA-EE53-2B56-3C2E-C54C3F75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647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8C8D83-D734-C3D6-7504-BB932AF562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A400B0-F1F4-AA04-D9AE-FDCA0B28F4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B861F4-0199-D090-BF41-18CE33DF6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5EB1-0FEB-46AC-BB48-785662CC0255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6D43F-D223-EDA8-CDD0-BACC99B3E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A1B69-5276-1D63-5C6F-2E056CF5D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49165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701B1-43F1-741C-BA89-B5CF77EC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05987-F2F7-118D-CB99-C6EAC4121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FE54E-2D95-12FC-E927-7064A748AD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E5EB1-0FEB-46AC-BB48-785662CC0255}" type="datetimeFigureOut">
              <a:rPr lang="en-ID" smtClean="0"/>
              <a:t>26/10/2025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EECE1-3F45-8627-D9B6-DC0063C787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9737D-F968-4CBD-C0F6-8E68C59E73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B58FE2-AC09-40B9-BEE9-81BACA95C2C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413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jpe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AF8F81E-6A96-0250-1387-76883F5DF0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16E97D-370E-CB0B-849B-3E233493E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id-ID" sz="4400" noProof="1">
                <a:solidFill>
                  <a:schemeClr val="bg1"/>
                </a:solidFill>
                <a:latin typeface="Aptos Display" panose="020B0004020202020204" pitchFamily="34" charset="0"/>
              </a:rPr>
              <a:t>Project:</a:t>
            </a:r>
            <a:b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</a:br>
            <a: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“</a:t>
            </a:r>
            <a:r>
              <a:rPr lang="id-ID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SchooLearn”</a:t>
            </a:r>
            <a:endParaRPr lang="id-ID" sz="4400" b="1" noProof="1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24A91-CC49-113C-33E6-85CE5886EA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id-ID" sz="4000" noProof="1">
                <a:solidFill>
                  <a:schemeClr val="bg1"/>
                </a:solidFill>
              </a:rPr>
              <a:t>UI/UX Designs</a:t>
            </a:r>
          </a:p>
        </p:txBody>
      </p:sp>
    </p:spTree>
    <p:extLst>
      <p:ext uri="{BB962C8B-B14F-4D97-AF65-F5344CB8AC3E}">
        <p14:creationId xmlns:p14="http://schemas.microsoft.com/office/powerpoint/2010/main" val="1930767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21C14-C049-351E-AA88-79F09246242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8A1E4A-7B49-B0FE-75E3-4D4C6710B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id-ID" noProof="1">
                <a:solidFill>
                  <a:schemeClr val="bg1"/>
                </a:solidFill>
                <a:latin typeface="Arial Black" panose="020B0A04020102020204" pitchFamily="34" charset="0"/>
              </a:rPr>
              <a:t>Home Page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BE3CAF-2CD4-2251-ECED-4D155DE5A1F3}"/>
              </a:ext>
            </a:extLst>
          </p:cNvPr>
          <p:cNvSpPr/>
          <p:nvPr/>
        </p:nvSpPr>
        <p:spPr>
          <a:xfrm>
            <a:off x="838200" y="1687300"/>
            <a:ext cx="10515600" cy="517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000" b="1" noProof="1">
                <a:solidFill>
                  <a:schemeClr val="bg1"/>
                </a:solidFill>
              </a:rPr>
              <a:t>Header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What’s New ?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Exercies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Ask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d-ID" noProof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897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2B840-1B50-C11A-1F5F-ED133F8A0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9F48824-350D-80C5-AC6E-5080F7D7DD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01A218-92D1-0070-87DF-1A738A54D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id-ID" noProof="1">
                <a:solidFill>
                  <a:schemeClr val="bg1"/>
                </a:solidFill>
                <a:latin typeface="Arial Black" panose="020B0A04020102020204" pitchFamily="34" charset="0"/>
              </a:rPr>
              <a:t>Learning</a:t>
            </a:r>
            <a:r>
              <a:rPr lang="en-ID" noProof="1">
                <a:solidFill>
                  <a:schemeClr val="bg1"/>
                </a:solidFill>
                <a:latin typeface="Arial Black" panose="020B0A04020102020204" pitchFamily="34" charset="0"/>
              </a:rPr>
              <a:t> Page - Languages</a:t>
            </a:r>
            <a:endParaRPr lang="id-ID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338801-6AF4-D3D3-8A22-6630F4D7D8AA}"/>
              </a:ext>
            </a:extLst>
          </p:cNvPr>
          <p:cNvSpPr/>
          <p:nvPr/>
        </p:nvSpPr>
        <p:spPr>
          <a:xfrm>
            <a:off x="838200" y="1687300"/>
            <a:ext cx="10515600" cy="517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000" b="1" noProof="1">
                <a:solidFill>
                  <a:schemeClr val="bg1"/>
                </a:solidFill>
              </a:rPr>
              <a:t>Header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What’s New ?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Exercies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Ask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d-ID" noProof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BC6439-CFF4-8D2E-4B09-3E792CA93894}"/>
              </a:ext>
            </a:extLst>
          </p:cNvPr>
          <p:cNvSpPr/>
          <p:nvPr/>
        </p:nvSpPr>
        <p:spPr>
          <a:xfrm>
            <a:off x="839860" y="1687300"/>
            <a:ext cx="3024000" cy="216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35142F-73B9-69A7-EDD5-27BB99B556D6}"/>
              </a:ext>
            </a:extLst>
          </p:cNvPr>
          <p:cNvSpPr txBox="1"/>
          <p:nvPr/>
        </p:nvSpPr>
        <p:spPr>
          <a:xfrm>
            <a:off x="1052594" y="2967335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BIN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8094EF-C424-7D2E-A6D8-BD1854CBB426}"/>
              </a:ext>
            </a:extLst>
          </p:cNvPr>
          <p:cNvSpPr/>
          <p:nvPr/>
        </p:nvSpPr>
        <p:spPr>
          <a:xfrm>
            <a:off x="8328140" y="1687300"/>
            <a:ext cx="3024000" cy="2160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614B33-7445-F482-E273-542166120DA1}"/>
              </a:ext>
            </a:extLst>
          </p:cNvPr>
          <p:cNvSpPr/>
          <p:nvPr/>
        </p:nvSpPr>
        <p:spPr>
          <a:xfrm>
            <a:off x="4584000" y="1687300"/>
            <a:ext cx="3024000" cy="216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1A053A-7EAF-507C-65AB-5FCBD46AC1FA}"/>
              </a:ext>
            </a:extLst>
          </p:cNvPr>
          <p:cNvSpPr txBox="1"/>
          <p:nvPr/>
        </p:nvSpPr>
        <p:spPr>
          <a:xfrm>
            <a:off x="838200" y="3429000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Bahasa Indonesia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CAD8E5-EFE0-0AF6-54CD-7269E438781B}"/>
              </a:ext>
            </a:extLst>
          </p:cNvPr>
          <p:cNvSpPr txBox="1"/>
          <p:nvPr/>
        </p:nvSpPr>
        <p:spPr>
          <a:xfrm>
            <a:off x="8547514" y="2967335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BJW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C3FF4E-3117-AF40-7FEC-3F36624962D7}"/>
              </a:ext>
            </a:extLst>
          </p:cNvPr>
          <p:cNvSpPr txBox="1"/>
          <p:nvPr/>
        </p:nvSpPr>
        <p:spPr>
          <a:xfrm>
            <a:off x="8333120" y="3429000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Bahasa Jawa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E2186F-4244-3CC0-5042-566487FC17C2}"/>
              </a:ext>
            </a:extLst>
          </p:cNvPr>
          <p:cNvSpPr/>
          <p:nvPr/>
        </p:nvSpPr>
        <p:spPr>
          <a:xfrm>
            <a:off x="831560" y="4332874"/>
            <a:ext cx="3024000" cy="2160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1A42974-F8F2-E1AF-46FF-C7037BC22725}"/>
              </a:ext>
            </a:extLst>
          </p:cNvPr>
          <p:cNvSpPr txBox="1"/>
          <p:nvPr/>
        </p:nvSpPr>
        <p:spPr>
          <a:xfrm>
            <a:off x="1044294" y="5612909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BJP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29209D1-245F-DAFF-A089-9EEF591D51DF}"/>
              </a:ext>
            </a:extLst>
          </p:cNvPr>
          <p:cNvSpPr/>
          <p:nvPr/>
        </p:nvSpPr>
        <p:spPr>
          <a:xfrm>
            <a:off x="4575700" y="4332874"/>
            <a:ext cx="3024000" cy="2160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6E7CC4-BB92-428A-D707-49BAC68B8A09}"/>
              </a:ext>
            </a:extLst>
          </p:cNvPr>
          <p:cNvSpPr txBox="1"/>
          <p:nvPr/>
        </p:nvSpPr>
        <p:spPr>
          <a:xfrm>
            <a:off x="829900" y="6074574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Bahasa Jepang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47F02D-B546-4E21-A3DB-883B95F9CF09}"/>
              </a:ext>
            </a:extLst>
          </p:cNvPr>
          <p:cNvSpPr txBox="1"/>
          <p:nvPr/>
        </p:nvSpPr>
        <p:spPr>
          <a:xfrm>
            <a:off x="4810014" y="2984603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BING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7B2BE0-AB3B-6701-A997-034DEB34065F}"/>
              </a:ext>
            </a:extLst>
          </p:cNvPr>
          <p:cNvSpPr txBox="1"/>
          <p:nvPr/>
        </p:nvSpPr>
        <p:spPr>
          <a:xfrm>
            <a:off x="4595620" y="3446268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Bahasa Inggris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3BBFCE-D6A6-DEA7-75D0-D77A65FEBADB}"/>
              </a:ext>
            </a:extLst>
          </p:cNvPr>
          <p:cNvSpPr txBox="1"/>
          <p:nvPr/>
        </p:nvSpPr>
        <p:spPr>
          <a:xfrm>
            <a:off x="4786774" y="5630177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BJM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3747C3-234C-0D1D-EC5C-446E125D368C}"/>
              </a:ext>
            </a:extLst>
          </p:cNvPr>
          <p:cNvSpPr txBox="1"/>
          <p:nvPr/>
        </p:nvSpPr>
        <p:spPr>
          <a:xfrm>
            <a:off x="4572380" y="6091842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Bahasa Jerman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754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6D9CA-51AD-7984-38BD-662D74E6E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6B06DF4-2602-B241-4E75-33D383D03C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F16E4-82DF-0EE1-FA97-B538AE59C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id-ID" noProof="1">
                <a:solidFill>
                  <a:schemeClr val="bg1"/>
                </a:solidFill>
                <a:latin typeface="Arial Black" panose="020B0A04020102020204" pitchFamily="34" charset="0"/>
              </a:rPr>
              <a:t>Learning</a:t>
            </a:r>
            <a:r>
              <a:rPr lang="en-ID" noProof="1">
                <a:solidFill>
                  <a:schemeClr val="bg1"/>
                </a:solidFill>
                <a:latin typeface="Arial Black" panose="020B0A04020102020204" pitchFamily="34" charset="0"/>
              </a:rPr>
              <a:t> Page – Islam Religion</a:t>
            </a:r>
            <a:endParaRPr lang="id-ID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78BE09-BCF0-CB9B-3917-A61862A9DD28}"/>
              </a:ext>
            </a:extLst>
          </p:cNvPr>
          <p:cNvSpPr/>
          <p:nvPr/>
        </p:nvSpPr>
        <p:spPr>
          <a:xfrm>
            <a:off x="838200" y="1687300"/>
            <a:ext cx="10515600" cy="517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000" b="1" noProof="1">
                <a:solidFill>
                  <a:schemeClr val="bg1"/>
                </a:solidFill>
              </a:rPr>
              <a:t>Header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What’s New ?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Exercies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Ask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d-ID" noProof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9D608E-7171-36CD-2DA1-43ECEE4491B1}"/>
              </a:ext>
            </a:extLst>
          </p:cNvPr>
          <p:cNvSpPr/>
          <p:nvPr/>
        </p:nvSpPr>
        <p:spPr>
          <a:xfrm>
            <a:off x="839860" y="1687300"/>
            <a:ext cx="3024000" cy="216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780080-9C60-AB0F-D695-F84E4F36D788}"/>
              </a:ext>
            </a:extLst>
          </p:cNvPr>
          <p:cNvSpPr/>
          <p:nvPr/>
        </p:nvSpPr>
        <p:spPr>
          <a:xfrm>
            <a:off x="4584000" y="1687300"/>
            <a:ext cx="3024000" cy="2160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326E61-6D96-BA07-F124-B753E501FE06}"/>
              </a:ext>
            </a:extLst>
          </p:cNvPr>
          <p:cNvSpPr txBox="1"/>
          <p:nvPr/>
        </p:nvSpPr>
        <p:spPr>
          <a:xfrm>
            <a:off x="4810014" y="2984603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BTQ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3199ED-5F02-5700-CE3F-ACDA5B9253A0}"/>
              </a:ext>
            </a:extLst>
          </p:cNvPr>
          <p:cNvSpPr txBox="1"/>
          <p:nvPr/>
        </p:nvSpPr>
        <p:spPr>
          <a:xfrm>
            <a:off x="4595620" y="3446268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Baca Tulis Qur’an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ED83F5-262F-6B4B-F6FB-D0B4B27497CB}"/>
              </a:ext>
            </a:extLst>
          </p:cNvPr>
          <p:cNvSpPr txBox="1"/>
          <p:nvPr/>
        </p:nvSpPr>
        <p:spPr>
          <a:xfrm>
            <a:off x="1052594" y="2788177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PAI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683A9E-70D7-9592-89EC-7FE55D9EA064}"/>
              </a:ext>
            </a:extLst>
          </p:cNvPr>
          <p:cNvSpPr txBox="1"/>
          <p:nvPr/>
        </p:nvSpPr>
        <p:spPr>
          <a:xfrm>
            <a:off x="834880" y="3231997"/>
            <a:ext cx="3027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Pendidikan Agama Islam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72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3BB65-54DF-28DB-F0CD-C3017F630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6F4B2B-836C-342C-3CA0-167A28A8B7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2C817-311F-5188-F468-20F123D7F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id-ID" noProof="1">
                <a:solidFill>
                  <a:schemeClr val="bg1"/>
                </a:solidFill>
                <a:latin typeface="Arial Black" panose="020B0A04020102020204" pitchFamily="34" charset="0"/>
              </a:rPr>
              <a:t>Learning Page</a:t>
            </a:r>
            <a:r>
              <a:rPr lang="en-ID" noProof="1">
                <a:solidFill>
                  <a:schemeClr val="bg1"/>
                </a:solidFill>
                <a:latin typeface="Arial Black" panose="020B0A04020102020204" pitchFamily="34" charset="0"/>
              </a:rPr>
              <a:t> - Universal</a:t>
            </a:r>
            <a:endParaRPr lang="id-ID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4067224-1F3E-4D5F-C77A-A4205145672E}"/>
              </a:ext>
            </a:extLst>
          </p:cNvPr>
          <p:cNvSpPr/>
          <p:nvPr/>
        </p:nvSpPr>
        <p:spPr>
          <a:xfrm>
            <a:off x="838200" y="1687300"/>
            <a:ext cx="10515600" cy="517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000" b="1" noProof="1">
                <a:solidFill>
                  <a:schemeClr val="bg1"/>
                </a:solidFill>
              </a:rPr>
              <a:t>Header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What’s New ?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Exercies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Ask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d-ID" noProof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C361E-F56F-B691-40E6-28B877EDED62}"/>
              </a:ext>
            </a:extLst>
          </p:cNvPr>
          <p:cNvSpPr/>
          <p:nvPr/>
        </p:nvSpPr>
        <p:spPr>
          <a:xfrm>
            <a:off x="839860" y="1687300"/>
            <a:ext cx="3024000" cy="216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C771F-FE99-13D2-D9AD-1C68E0589B6D}"/>
              </a:ext>
            </a:extLst>
          </p:cNvPr>
          <p:cNvSpPr txBox="1"/>
          <p:nvPr/>
        </p:nvSpPr>
        <p:spPr>
          <a:xfrm>
            <a:off x="1052594" y="2967335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M</a:t>
            </a:r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TK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F484A0-7E39-7D50-E438-F6AE466DC5CE}"/>
              </a:ext>
            </a:extLst>
          </p:cNvPr>
          <p:cNvSpPr/>
          <p:nvPr/>
        </p:nvSpPr>
        <p:spPr>
          <a:xfrm>
            <a:off x="8328140" y="1687300"/>
            <a:ext cx="3024000" cy="2160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D19ADF-C737-830D-7185-5A6724B0796D}"/>
              </a:ext>
            </a:extLst>
          </p:cNvPr>
          <p:cNvSpPr/>
          <p:nvPr/>
        </p:nvSpPr>
        <p:spPr>
          <a:xfrm>
            <a:off x="4584000" y="1687300"/>
            <a:ext cx="3024000" cy="2160000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11F99D-80C1-339D-76FF-1670859AEA9F}"/>
              </a:ext>
            </a:extLst>
          </p:cNvPr>
          <p:cNvSpPr txBox="1"/>
          <p:nvPr/>
        </p:nvSpPr>
        <p:spPr>
          <a:xfrm>
            <a:off x="838200" y="3429000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Matematika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FC8804-3277-43C7-3561-6F9FE2292C77}"/>
              </a:ext>
            </a:extLst>
          </p:cNvPr>
          <p:cNvSpPr/>
          <p:nvPr/>
        </p:nvSpPr>
        <p:spPr>
          <a:xfrm>
            <a:off x="831560" y="4332874"/>
            <a:ext cx="3024000" cy="2160000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9DDDDE-C3BF-3CC6-0826-160290630B8D}"/>
              </a:ext>
            </a:extLst>
          </p:cNvPr>
          <p:cNvSpPr txBox="1"/>
          <p:nvPr/>
        </p:nvSpPr>
        <p:spPr>
          <a:xfrm>
            <a:off x="1044294" y="5612909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TIK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14513A-B96F-D077-DCA4-9F9DEADDE3B7}"/>
              </a:ext>
            </a:extLst>
          </p:cNvPr>
          <p:cNvSpPr/>
          <p:nvPr/>
        </p:nvSpPr>
        <p:spPr>
          <a:xfrm>
            <a:off x="4575700" y="4332874"/>
            <a:ext cx="3024000" cy="2160000"/>
          </a:xfrm>
          <a:prstGeom prst="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4403BFB-0787-2C5B-4790-CDC3278C8019}"/>
              </a:ext>
            </a:extLst>
          </p:cNvPr>
          <p:cNvSpPr txBox="1"/>
          <p:nvPr/>
        </p:nvSpPr>
        <p:spPr>
          <a:xfrm>
            <a:off x="829900" y="6074574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Informatika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98DEF5-2F16-2865-78BF-3A15B4F5DAA7}"/>
              </a:ext>
            </a:extLst>
          </p:cNvPr>
          <p:cNvSpPr txBox="1"/>
          <p:nvPr/>
        </p:nvSpPr>
        <p:spPr>
          <a:xfrm>
            <a:off x="4795074" y="5412874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PJOK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7F6D7A-A53A-47D0-A928-D5F01B1E31A6}"/>
              </a:ext>
            </a:extLst>
          </p:cNvPr>
          <p:cNvSpPr txBox="1"/>
          <p:nvPr/>
        </p:nvSpPr>
        <p:spPr>
          <a:xfrm>
            <a:off x="4577360" y="5856694"/>
            <a:ext cx="3027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Ilmu Pengetahuan Sosial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842B66-DEA5-2054-6491-87E0F8C6E291}"/>
              </a:ext>
            </a:extLst>
          </p:cNvPr>
          <p:cNvSpPr txBox="1"/>
          <p:nvPr/>
        </p:nvSpPr>
        <p:spPr>
          <a:xfrm>
            <a:off x="4810014" y="2967335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IPA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B3CD56-A91B-786C-E7BE-845A15BA8E4D}"/>
              </a:ext>
            </a:extLst>
          </p:cNvPr>
          <p:cNvSpPr txBox="1"/>
          <p:nvPr/>
        </p:nvSpPr>
        <p:spPr>
          <a:xfrm>
            <a:off x="4595620" y="3429000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Ilmu Pengetahuan Alam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4E9FA6-F71D-E00C-88AC-112484087360}"/>
              </a:ext>
            </a:extLst>
          </p:cNvPr>
          <p:cNvSpPr txBox="1"/>
          <p:nvPr/>
        </p:nvSpPr>
        <p:spPr>
          <a:xfrm>
            <a:off x="8560794" y="2738959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IPS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287FD3-92FF-134D-E726-8CE51A262B47}"/>
              </a:ext>
            </a:extLst>
          </p:cNvPr>
          <p:cNvSpPr txBox="1"/>
          <p:nvPr/>
        </p:nvSpPr>
        <p:spPr>
          <a:xfrm>
            <a:off x="8343080" y="3182779"/>
            <a:ext cx="3027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Ilmu Pengetahuan Sosial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589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87834-74A1-59CB-E459-BB934C138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3C04296-5514-E4EF-CC06-594D8F8631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A1AA16-4C5A-DFC6-7BFA-59F83062A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id-ID" noProof="1">
                <a:solidFill>
                  <a:schemeClr val="bg1"/>
                </a:solidFill>
                <a:latin typeface="Arial Black" panose="020B0A04020102020204" pitchFamily="34" charset="0"/>
              </a:rPr>
              <a:t>Learning Page</a:t>
            </a:r>
            <a:r>
              <a:rPr lang="en-ID" noProof="1">
                <a:solidFill>
                  <a:schemeClr val="bg1"/>
                </a:solidFill>
                <a:latin typeface="Arial Black" panose="020B0A04020102020204" pitchFamily="34" charset="0"/>
              </a:rPr>
              <a:t> - Extras</a:t>
            </a:r>
            <a:endParaRPr lang="id-ID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C455A9-C9F1-CC37-AFA8-8E0B0004D71E}"/>
              </a:ext>
            </a:extLst>
          </p:cNvPr>
          <p:cNvSpPr/>
          <p:nvPr/>
        </p:nvSpPr>
        <p:spPr>
          <a:xfrm>
            <a:off x="838200" y="1687300"/>
            <a:ext cx="10515600" cy="517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000" b="1" noProof="1">
                <a:solidFill>
                  <a:schemeClr val="bg1"/>
                </a:solidFill>
              </a:rPr>
              <a:t>Header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What’s New ?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Exercies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Ask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d-ID" noProof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A22F5A-0A19-630A-0365-862968CE55D0}"/>
              </a:ext>
            </a:extLst>
          </p:cNvPr>
          <p:cNvSpPr/>
          <p:nvPr/>
        </p:nvSpPr>
        <p:spPr>
          <a:xfrm>
            <a:off x="839860" y="1687300"/>
            <a:ext cx="3024000" cy="216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3BEC5-9B0E-B732-F3A0-6656E3E5582C}"/>
              </a:ext>
            </a:extLst>
          </p:cNvPr>
          <p:cNvSpPr txBox="1"/>
          <p:nvPr/>
        </p:nvSpPr>
        <p:spPr>
          <a:xfrm>
            <a:off x="1052594" y="2967335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SB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2967BF-BE2E-4A15-766C-0BEA7AF47180}"/>
              </a:ext>
            </a:extLst>
          </p:cNvPr>
          <p:cNvSpPr txBox="1"/>
          <p:nvPr/>
        </p:nvSpPr>
        <p:spPr>
          <a:xfrm>
            <a:off x="838200" y="3429000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Seni Budaya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7688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36EAC-EABC-5E06-547E-FA83B1B5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B8A075-5471-E745-C6E4-675D3F3CED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E5B407-B81D-CA37-FCE0-D280B4330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7048"/>
          </a:xfrm>
          <a:ln>
            <a:solidFill>
              <a:schemeClr val="bg1">
                <a:lumMod val="75000"/>
              </a:schemeClr>
            </a:solidFill>
          </a:ln>
        </p:spPr>
        <p:txBody>
          <a:bodyPr/>
          <a:lstStyle/>
          <a:p>
            <a:pPr algn="ctr"/>
            <a:r>
              <a:rPr lang="id-ID" noProof="1">
                <a:solidFill>
                  <a:schemeClr val="bg1"/>
                </a:solidFill>
                <a:latin typeface="Arial Black" panose="020B0A04020102020204" pitchFamily="34" charset="0"/>
              </a:rPr>
              <a:t>Learning Page</a:t>
            </a:r>
            <a:r>
              <a:rPr lang="en-ID" noProof="1">
                <a:solidFill>
                  <a:schemeClr val="bg1"/>
                </a:solidFill>
                <a:latin typeface="Arial Black" panose="020B0A04020102020204" pitchFamily="34" charset="0"/>
              </a:rPr>
              <a:t> - Skills</a:t>
            </a:r>
            <a:endParaRPr lang="id-ID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CA2821-EE4D-045E-9497-53BBD0980CE9}"/>
              </a:ext>
            </a:extLst>
          </p:cNvPr>
          <p:cNvSpPr/>
          <p:nvPr/>
        </p:nvSpPr>
        <p:spPr>
          <a:xfrm>
            <a:off x="838200" y="1687300"/>
            <a:ext cx="10515600" cy="5170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id-ID" sz="2000" b="1" noProof="1">
                <a:solidFill>
                  <a:schemeClr val="bg1"/>
                </a:solidFill>
              </a:rPr>
              <a:t>Header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What’s New ?</a:t>
            </a:r>
          </a:p>
          <a:p>
            <a:r>
              <a:rPr lang="id-ID" sz="2000" b="1" noProof="1">
                <a:solidFill>
                  <a:schemeClr val="bg1"/>
                </a:solidFill>
              </a:rPr>
              <a:t>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Quizzes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Exercies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id-ID" noProof="1">
                <a:solidFill>
                  <a:schemeClr val="bg1"/>
                </a:solidFill>
              </a:rPr>
              <a:t>Ask AI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id-ID" noProof="1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9CD300-7CCC-5E7D-F119-4F5717F7C0FE}"/>
              </a:ext>
            </a:extLst>
          </p:cNvPr>
          <p:cNvSpPr/>
          <p:nvPr/>
        </p:nvSpPr>
        <p:spPr>
          <a:xfrm>
            <a:off x="839860" y="1687300"/>
            <a:ext cx="3024000" cy="2160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F55276-781C-14CC-61D6-39AC2EF10E73}"/>
              </a:ext>
            </a:extLst>
          </p:cNvPr>
          <p:cNvSpPr/>
          <p:nvPr/>
        </p:nvSpPr>
        <p:spPr>
          <a:xfrm>
            <a:off x="8328140" y="1687300"/>
            <a:ext cx="3024000" cy="2160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3FA755-14C0-A284-E969-92608A22654F}"/>
              </a:ext>
            </a:extLst>
          </p:cNvPr>
          <p:cNvSpPr/>
          <p:nvPr/>
        </p:nvSpPr>
        <p:spPr>
          <a:xfrm>
            <a:off x="4584000" y="1687300"/>
            <a:ext cx="3024000" cy="2160000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94B158-5F83-4A79-3182-149DA43DB066}"/>
              </a:ext>
            </a:extLst>
          </p:cNvPr>
          <p:cNvSpPr/>
          <p:nvPr/>
        </p:nvSpPr>
        <p:spPr>
          <a:xfrm>
            <a:off x="831560" y="4332874"/>
            <a:ext cx="3024000" cy="2160000"/>
          </a:xfrm>
          <a:prstGeom prst="rect">
            <a:avLst/>
          </a:prstGeo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1070D15-E5A3-31FE-FCD7-5C5E994C27BC}"/>
              </a:ext>
            </a:extLst>
          </p:cNvPr>
          <p:cNvSpPr/>
          <p:nvPr/>
        </p:nvSpPr>
        <p:spPr>
          <a:xfrm>
            <a:off x="8319840" y="4332874"/>
            <a:ext cx="3024000" cy="2160000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B7F6F4E-152A-E852-3ED2-10FF6571C710}"/>
              </a:ext>
            </a:extLst>
          </p:cNvPr>
          <p:cNvSpPr/>
          <p:nvPr/>
        </p:nvSpPr>
        <p:spPr>
          <a:xfrm>
            <a:off x="4575700" y="4332874"/>
            <a:ext cx="3024000" cy="2160000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D13F42-D683-C997-9902-D0EF3F4F88D4}"/>
              </a:ext>
            </a:extLst>
          </p:cNvPr>
          <p:cNvSpPr txBox="1"/>
          <p:nvPr/>
        </p:nvSpPr>
        <p:spPr>
          <a:xfrm>
            <a:off x="1065874" y="2773945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RPL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FF9ADEA-0515-49BB-5CD1-E5C481E5C44E}"/>
              </a:ext>
            </a:extLst>
          </p:cNvPr>
          <p:cNvSpPr txBox="1"/>
          <p:nvPr/>
        </p:nvSpPr>
        <p:spPr>
          <a:xfrm>
            <a:off x="848160" y="3217765"/>
            <a:ext cx="3027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Rekayasa Perangkat Lunak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66C151-1B13-7BA9-CBF3-BEEECB4B15F2}"/>
              </a:ext>
            </a:extLst>
          </p:cNvPr>
          <p:cNvSpPr txBox="1"/>
          <p:nvPr/>
        </p:nvSpPr>
        <p:spPr>
          <a:xfrm>
            <a:off x="4810014" y="2999947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AK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A00F55-18C5-FC77-ACD8-FAD9DBE5F31A}"/>
              </a:ext>
            </a:extLst>
          </p:cNvPr>
          <p:cNvSpPr txBox="1"/>
          <p:nvPr/>
        </p:nvSpPr>
        <p:spPr>
          <a:xfrm>
            <a:off x="4595620" y="3461612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Akuntansi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D881C2-83CA-D461-574C-C16E4DEBA894}"/>
              </a:ext>
            </a:extLst>
          </p:cNvPr>
          <p:cNvSpPr txBox="1"/>
          <p:nvPr/>
        </p:nvSpPr>
        <p:spPr>
          <a:xfrm>
            <a:off x="8557474" y="2999947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BD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EE1AD48-8A7F-6540-57F7-34B7E8248527}"/>
              </a:ext>
            </a:extLst>
          </p:cNvPr>
          <p:cNvSpPr txBox="1"/>
          <p:nvPr/>
        </p:nvSpPr>
        <p:spPr>
          <a:xfrm>
            <a:off x="8343080" y="3461612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Bisnis Digital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232E693-F103-44B0-7272-590E409BC18B}"/>
              </a:ext>
            </a:extLst>
          </p:cNvPr>
          <p:cNvSpPr txBox="1"/>
          <p:nvPr/>
        </p:nvSpPr>
        <p:spPr>
          <a:xfrm>
            <a:off x="1065874" y="5434842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DKV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BB202FF-DFC7-8154-3DE8-0C359C1C5D01}"/>
              </a:ext>
            </a:extLst>
          </p:cNvPr>
          <p:cNvSpPr txBox="1"/>
          <p:nvPr/>
        </p:nvSpPr>
        <p:spPr>
          <a:xfrm>
            <a:off x="848160" y="5878662"/>
            <a:ext cx="3027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Desain Komunikasi Visual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364B07-E5C0-B466-9155-DF6691ECF44A}"/>
              </a:ext>
            </a:extLst>
          </p:cNvPr>
          <p:cNvSpPr txBox="1"/>
          <p:nvPr/>
        </p:nvSpPr>
        <p:spPr>
          <a:xfrm>
            <a:off x="4768514" y="5467408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MP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D825CD-CFE1-CCCD-F736-226DEE5CEF52}"/>
              </a:ext>
            </a:extLst>
          </p:cNvPr>
          <p:cNvSpPr txBox="1"/>
          <p:nvPr/>
        </p:nvSpPr>
        <p:spPr>
          <a:xfrm>
            <a:off x="4550800" y="5911228"/>
            <a:ext cx="3027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Manajemen Perkantoran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74C19A-DAF5-CC85-D04C-A3FA4A594B99}"/>
              </a:ext>
            </a:extLst>
          </p:cNvPr>
          <p:cNvSpPr txBox="1"/>
          <p:nvPr/>
        </p:nvSpPr>
        <p:spPr>
          <a:xfrm>
            <a:off x="8534234" y="5695543"/>
            <a:ext cx="28046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400" b="1" noProof="1">
                <a:solidFill>
                  <a:schemeClr val="bg1"/>
                </a:solidFill>
                <a:latin typeface="Arial Black" panose="020B0A04020102020204" pitchFamily="34" charset="0"/>
              </a:rPr>
              <a:t>LPB</a:t>
            </a:r>
            <a:endParaRPr lang="id-ID" sz="2400" b="1" noProof="1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94F21A-04BD-3901-145B-E97790BAF77D}"/>
              </a:ext>
            </a:extLst>
          </p:cNvPr>
          <p:cNvSpPr txBox="1"/>
          <p:nvPr/>
        </p:nvSpPr>
        <p:spPr>
          <a:xfrm>
            <a:off x="8319840" y="6157208"/>
            <a:ext cx="3027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16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Belajar Layanan Perbankan</a:t>
            </a:r>
            <a:endParaRPr lang="id-ID" sz="1600" noProof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756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A7E02-FED9-E04E-0CB7-DC2917CA8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959E8FC-A51D-39CF-3BF2-2AC4E468E39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2E2C06-C8A0-18D6-E357-4C1D95C094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XSML (0 – 319px)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5BCD30-317C-B6CC-9BD9-9286415CDC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id-ID" sz="4000" noProof="1">
                <a:solidFill>
                  <a:schemeClr val="bg1"/>
                </a:solidFill>
              </a:rPr>
              <a:t>Small Device – Small Phones</a:t>
            </a:r>
          </a:p>
        </p:txBody>
      </p:sp>
    </p:spTree>
    <p:extLst>
      <p:ext uri="{BB962C8B-B14F-4D97-AF65-F5344CB8AC3E}">
        <p14:creationId xmlns:p14="http://schemas.microsoft.com/office/powerpoint/2010/main" val="3315874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35BDF-CCC4-CC33-8556-2C11D2DE3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2DEFE9F-8FA3-E7E0-0D1E-BE0F99272B0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DA92AA8-7374-582C-A8CA-87697CB9AA0B}"/>
              </a:ext>
            </a:extLst>
          </p:cNvPr>
          <p:cNvSpPr/>
          <p:nvPr/>
        </p:nvSpPr>
        <p:spPr>
          <a:xfrm>
            <a:off x="4646428" y="0"/>
            <a:ext cx="2881423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</p:spTree>
    <p:extLst>
      <p:ext uri="{BB962C8B-B14F-4D97-AF65-F5344CB8AC3E}">
        <p14:creationId xmlns:p14="http://schemas.microsoft.com/office/powerpoint/2010/main" val="2998713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B4405-EF65-FF72-6999-F9C590E38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8A9A6C-9D52-39DD-2E33-323374C46E7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5384B-92F0-2A9B-13EE-8E139958C4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SML (320 - 425px)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86B2EA-57C2-923D-72FB-7242AEE5E3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id-ID" sz="4000" noProof="1">
                <a:solidFill>
                  <a:schemeClr val="bg1"/>
                </a:solidFill>
              </a:rPr>
              <a:t>Small Phones – Large Phones</a:t>
            </a:r>
          </a:p>
        </p:txBody>
      </p:sp>
    </p:spTree>
    <p:extLst>
      <p:ext uri="{BB962C8B-B14F-4D97-AF65-F5344CB8AC3E}">
        <p14:creationId xmlns:p14="http://schemas.microsoft.com/office/powerpoint/2010/main" val="759841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1CD46-DD85-3F5B-49E3-9B614674A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600EFF-116B-A2A1-004A-168777CD53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22BCD6-6FFD-7B9A-CC7F-C551F5C916F3}"/>
              </a:ext>
            </a:extLst>
          </p:cNvPr>
          <p:cNvSpPr/>
          <p:nvPr/>
        </p:nvSpPr>
        <p:spPr>
          <a:xfrm>
            <a:off x="3934048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38B98CDF-7A1E-D0CF-CFA3-A29D9CAC18FC}"/>
              </a:ext>
            </a:extLst>
          </p:cNvPr>
          <p:cNvSpPr/>
          <p:nvPr/>
        </p:nvSpPr>
        <p:spPr>
          <a:xfrm>
            <a:off x="3934049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7A9A8C-338C-6DFE-4695-63C9D2575160}"/>
              </a:ext>
            </a:extLst>
          </p:cNvPr>
          <p:cNvSpPr/>
          <p:nvPr/>
        </p:nvSpPr>
        <p:spPr>
          <a:xfrm>
            <a:off x="3932096" y="876301"/>
            <a:ext cx="4320000" cy="260606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ADE7D8-66F7-6BA3-3731-95586B507D96}"/>
              </a:ext>
            </a:extLst>
          </p:cNvPr>
          <p:cNvSpPr txBox="1"/>
          <p:nvPr/>
        </p:nvSpPr>
        <p:spPr>
          <a:xfrm>
            <a:off x="3934048" y="1667246"/>
            <a:ext cx="4323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3600" b="1" noProof="1">
                <a:solidFill>
                  <a:schemeClr val="bg1"/>
                </a:solidFill>
                <a:latin typeface="Arial Black" panose="020B0A04020102020204" pitchFamily="34" charset="0"/>
              </a:rPr>
              <a:t>SchooLearn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BD4C0-C2CF-3603-52BD-C5E53CC8472F}"/>
              </a:ext>
            </a:extLst>
          </p:cNvPr>
          <p:cNvSpPr txBox="1"/>
          <p:nvPr/>
        </p:nvSpPr>
        <p:spPr>
          <a:xfrm>
            <a:off x="5100220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037CACB-7162-B8F2-21BC-DE56D72C5CCC}"/>
              </a:ext>
            </a:extLst>
          </p:cNvPr>
          <p:cNvSpPr/>
          <p:nvPr/>
        </p:nvSpPr>
        <p:spPr>
          <a:xfrm>
            <a:off x="4111141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D3BA84-4C0F-C104-163E-B2288E7993A0}"/>
              </a:ext>
            </a:extLst>
          </p:cNvPr>
          <p:cNvCxnSpPr>
            <a:cxnSpLocks/>
          </p:cNvCxnSpPr>
          <p:nvPr/>
        </p:nvCxnSpPr>
        <p:spPr>
          <a:xfrm>
            <a:off x="4175125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684E4A3-DD46-E296-63D4-141BBF99FAE1}"/>
              </a:ext>
            </a:extLst>
          </p:cNvPr>
          <p:cNvCxnSpPr>
            <a:cxnSpLocks/>
          </p:cNvCxnSpPr>
          <p:nvPr/>
        </p:nvCxnSpPr>
        <p:spPr>
          <a:xfrm>
            <a:off x="4175125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678CC7B-CD8D-D7A5-69EE-FB731AA59AA6}"/>
              </a:ext>
            </a:extLst>
          </p:cNvPr>
          <p:cNvCxnSpPr>
            <a:cxnSpLocks/>
          </p:cNvCxnSpPr>
          <p:nvPr/>
        </p:nvCxnSpPr>
        <p:spPr>
          <a:xfrm>
            <a:off x="4175125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8CC11CE-1AB4-44BC-A306-F41DA7C062DF}"/>
              </a:ext>
            </a:extLst>
          </p:cNvPr>
          <p:cNvSpPr txBox="1"/>
          <p:nvPr/>
        </p:nvSpPr>
        <p:spPr>
          <a:xfrm>
            <a:off x="4111140" y="2320888"/>
            <a:ext cx="39948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noProof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Indonesian website that are used</a:t>
            </a:r>
          </a:p>
          <a:p>
            <a:pPr algn="r"/>
            <a:r>
              <a:rPr lang="id-ID" noProof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gain more knowledge about school subjects.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41CBFA-EE52-9D78-62BC-1828E3A1E8F7}"/>
              </a:ext>
            </a:extLst>
          </p:cNvPr>
          <p:cNvSpPr txBox="1"/>
          <p:nvPr/>
        </p:nvSpPr>
        <p:spPr>
          <a:xfrm>
            <a:off x="3936000" y="3773838"/>
            <a:ext cx="43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200" b="1" noProof="1">
                <a:latin typeface="Algerian" panose="04020705040A02060702" pitchFamily="82" charset="0"/>
              </a:rPr>
              <a:t>What’s new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CE881-D0DD-E30E-903F-63EDD5FE0DD9}"/>
              </a:ext>
            </a:extLst>
          </p:cNvPr>
          <p:cNvSpPr txBox="1"/>
          <p:nvPr/>
        </p:nvSpPr>
        <p:spPr>
          <a:xfrm>
            <a:off x="4111140" y="4518028"/>
            <a:ext cx="3994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noProof="1">
                <a:latin typeface="Arial" panose="020B0604020202020204" pitchFamily="34" charset="0"/>
                <a:cs typeface="Arial" panose="020B0604020202020204" pitchFamily="34" charset="0"/>
              </a:rPr>
              <a:t>Lorem ipsum dolor sit amet, consectetur adipisicing elit.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6E78F3-ACF1-4162-67B8-E8F86075A605}"/>
              </a:ext>
            </a:extLst>
          </p:cNvPr>
          <p:cNvCxnSpPr>
            <a:cxnSpLocks/>
          </p:cNvCxnSpPr>
          <p:nvPr/>
        </p:nvCxnSpPr>
        <p:spPr>
          <a:xfrm>
            <a:off x="4274840" y="4347242"/>
            <a:ext cx="38311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04E8959-9A3B-3852-3BBE-09A1564164B3}"/>
              </a:ext>
            </a:extLst>
          </p:cNvPr>
          <p:cNvSpPr txBox="1"/>
          <p:nvPr/>
        </p:nvSpPr>
        <p:spPr>
          <a:xfrm>
            <a:off x="3936000" y="5356611"/>
            <a:ext cx="43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200" b="1" noProof="1">
                <a:latin typeface="Algerian" panose="04020705040A02060702" pitchFamily="82" charset="0"/>
              </a:rPr>
              <a:t>Features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02E2B6-3ED3-97A6-A4CF-AB2B3926595E}"/>
              </a:ext>
            </a:extLst>
          </p:cNvPr>
          <p:cNvSpPr txBox="1"/>
          <p:nvPr/>
        </p:nvSpPr>
        <p:spPr>
          <a:xfrm>
            <a:off x="4111140" y="6100801"/>
            <a:ext cx="3994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noProof="1">
                <a:latin typeface="Arial" panose="020B0604020202020204" pitchFamily="34" charset="0"/>
                <a:cs typeface="Arial" panose="020B0604020202020204" pitchFamily="34" charset="0"/>
              </a:rPr>
              <a:t>Lorem ipsum dolor sit amet, consectetur adipisicing elit.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A1A392B-CD85-88C8-62EA-A2726A8B3B58}"/>
              </a:ext>
            </a:extLst>
          </p:cNvPr>
          <p:cNvCxnSpPr>
            <a:cxnSpLocks/>
          </p:cNvCxnSpPr>
          <p:nvPr/>
        </p:nvCxnSpPr>
        <p:spPr>
          <a:xfrm>
            <a:off x="4274840" y="5930015"/>
            <a:ext cx="38311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115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8D6FC-344A-43F8-05E9-63F616D63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024774-934B-07DC-06B0-3DA0AC3C4EE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E509F0-8164-323D-9A42-BEDE7C2830AF}"/>
              </a:ext>
            </a:extLst>
          </p:cNvPr>
          <p:cNvSpPr/>
          <p:nvPr/>
        </p:nvSpPr>
        <p:spPr>
          <a:xfrm>
            <a:off x="3934048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>
              <a:lumMod val="50000"/>
            </a:schemeClr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29C7ECED-B079-EE4A-496E-F69884457C0B}"/>
              </a:ext>
            </a:extLst>
          </p:cNvPr>
          <p:cNvSpPr/>
          <p:nvPr/>
        </p:nvSpPr>
        <p:spPr>
          <a:xfrm>
            <a:off x="3934049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A2B544-D72B-222D-B4C3-070FAF6A68BC}"/>
              </a:ext>
            </a:extLst>
          </p:cNvPr>
          <p:cNvSpPr txBox="1"/>
          <p:nvPr/>
        </p:nvSpPr>
        <p:spPr>
          <a:xfrm>
            <a:off x="5100220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9C58DC-91EB-84E4-7884-D253E6848942}"/>
              </a:ext>
            </a:extLst>
          </p:cNvPr>
          <p:cNvSpPr/>
          <p:nvPr/>
        </p:nvSpPr>
        <p:spPr>
          <a:xfrm>
            <a:off x="4111141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9563BB-83A8-8D71-204A-B8567A2A6550}"/>
              </a:ext>
            </a:extLst>
          </p:cNvPr>
          <p:cNvCxnSpPr>
            <a:cxnSpLocks/>
          </p:cNvCxnSpPr>
          <p:nvPr/>
        </p:nvCxnSpPr>
        <p:spPr>
          <a:xfrm>
            <a:off x="4175125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6BDB8F6-4108-7A49-9066-7B8BFF83E8BA}"/>
              </a:ext>
            </a:extLst>
          </p:cNvPr>
          <p:cNvCxnSpPr>
            <a:cxnSpLocks/>
          </p:cNvCxnSpPr>
          <p:nvPr/>
        </p:nvCxnSpPr>
        <p:spPr>
          <a:xfrm>
            <a:off x="4175125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71A802E-16FD-DE11-F169-1A8F9DADA1EB}"/>
              </a:ext>
            </a:extLst>
          </p:cNvPr>
          <p:cNvCxnSpPr>
            <a:cxnSpLocks/>
          </p:cNvCxnSpPr>
          <p:nvPr/>
        </p:nvCxnSpPr>
        <p:spPr>
          <a:xfrm>
            <a:off x="4175125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782682FB-7A9B-0284-CFC6-372372A1394F}"/>
              </a:ext>
            </a:extLst>
          </p:cNvPr>
          <p:cNvSpPr/>
          <p:nvPr/>
        </p:nvSpPr>
        <p:spPr>
          <a:xfrm flipV="1">
            <a:off x="3934048" y="876301"/>
            <a:ext cx="2548032" cy="5981698"/>
          </a:xfrm>
          <a:prstGeom prst="round2Same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178870-A9AA-90E2-A170-D3381C3A6545}"/>
              </a:ext>
            </a:extLst>
          </p:cNvPr>
          <p:cNvSpPr txBox="1"/>
          <p:nvPr/>
        </p:nvSpPr>
        <p:spPr>
          <a:xfrm>
            <a:off x="3934047" y="1049029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90CB1-4BEA-D421-E2BD-13CE4820AE59}"/>
              </a:ext>
            </a:extLst>
          </p:cNvPr>
          <p:cNvCxnSpPr>
            <a:cxnSpLocks/>
          </p:cNvCxnSpPr>
          <p:nvPr/>
        </p:nvCxnSpPr>
        <p:spPr>
          <a:xfrm>
            <a:off x="4277360" y="1511289"/>
            <a:ext cx="181864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8DC035C-07F0-0C7E-88AC-5171F473321B}"/>
              </a:ext>
            </a:extLst>
          </p:cNvPr>
          <p:cNvSpPr txBox="1"/>
          <p:nvPr/>
        </p:nvSpPr>
        <p:spPr>
          <a:xfrm>
            <a:off x="3934047" y="1770389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F8BDB2-4CE4-95BC-216C-15AEBDEF705C}"/>
              </a:ext>
            </a:extLst>
          </p:cNvPr>
          <p:cNvSpPr txBox="1"/>
          <p:nvPr/>
        </p:nvSpPr>
        <p:spPr>
          <a:xfrm>
            <a:off x="3923787" y="2484129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Quizzes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803087-7A54-4BEE-E68F-7C299B9A9BC3}"/>
              </a:ext>
            </a:extLst>
          </p:cNvPr>
          <p:cNvSpPr txBox="1"/>
          <p:nvPr/>
        </p:nvSpPr>
        <p:spPr>
          <a:xfrm>
            <a:off x="3923887" y="5366423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DF75B85-87AD-8DF0-F085-71224394F8B8}"/>
              </a:ext>
            </a:extLst>
          </p:cNvPr>
          <p:cNvCxnSpPr>
            <a:cxnSpLocks/>
          </p:cNvCxnSpPr>
          <p:nvPr/>
        </p:nvCxnSpPr>
        <p:spPr>
          <a:xfrm>
            <a:off x="4267200" y="5828683"/>
            <a:ext cx="1818640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CB986BA-8306-CB89-A252-A416ED617CE5}"/>
              </a:ext>
            </a:extLst>
          </p:cNvPr>
          <p:cNvSpPr txBox="1"/>
          <p:nvPr/>
        </p:nvSpPr>
        <p:spPr>
          <a:xfrm>
            <a:off x="3913627" y="6080163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CCC898-9E87-8FB0-2EB6-BD4505742294}"/>
              </a:ext>
            </a:extLst>
          </p:cNvPr>
          <p:cNvSpPr txBox="1"/>
          <p:nvPr/>
        </p:nvSpPr>
        <p:spPr>
          <a:xfrm>
            <a:off x="3964729" y="3212810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AB17C9-56AA-DD0C-B0F1-951FEC471160}"/>
              </a:ext>
            </a:extLst>
          </p:cNvPr>
          <p:cNvSpPr txBox="1"/>
          <p:nvPr/>
        </p:nvSpPr>
        <p:spPr>
          <a:xfrm>
            <a:off x="3954469" y="3926550"/>
            <a:ext cx="2548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4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AI</a:t>
            </a:r>
          </a:p>
        </p:txBody>
      </p:sp>
    </p:spTree>
    <p:extLst>
      <p:ext uri="{BB962C8B-B14F-4D97-AF65-F5344CB8AC3E}">
        <p14:creationId xmlns:p14="http://schemas.microsoft.com/office/powerpoint/2010/main" val="3820388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DE5F06-2E2B-8804-8251-0F293201EB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4AF1CA4-4FDD-B9B7-B9B2-4952D3C38B08}"/>
              </a:ext>
            </a:extLst>
          </p:cNvPr>
          <p:cNvSpPr/>
          <p:nvPr/>
        </p:nvSpPr>
        <p:spPr>
          <a:xfrm>
            <a:off x="3934048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D421C7F8-B9A8-11A4-772E-B8E046BBB22D}"/>
              </a:ext>
            </a:extLst>
          </p:cNvPr>
          <p:cNvSpPr/>
          <p:nvPr/>
        </p:nvSpPr>
        <p:spPr>
          <a:xfrm>
            <a:off x="3934049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C4E2A-975C-C581-3030-9F2FB62E393B}"/>
              </a:ext>
            </a:extLst>
          </p:cNvPr>
          <p:cNvSpPr txBox="1"/>
          <p:nvPr/>
        </p:nvSpPr>
        <p:spPr>
          <a:xfrm>
            <a:off x="3936000" y="1052764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4000" b="1" noProof="1">
                <a:latin typeface="Script MT Bold" panose="03040602040607080904" pitchFamily="66" charset="0"/>
              </a:rPr>
              <a:t>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BBEA4-DF03-3DD3-FBE0-73A08ED22586}"/>
              </a:ext>
            </a:extLst>
          </p:cNvPr>
          <p:cNvSpPr txBox="1"/>
          <p:nvPr/>
        </p:nvSpPr>
        <p:spPr>
          <a:xfrm>
            <a:off x="5100220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7E3787-E1A5-B7EF-92F2-B92F7D4E9819}"/>
              </a:ext>
            </a:extLst>
          </p:cNvPr>
          <p:cNvSpPr/>
          <p:nvPr/>
        </p:nvSpPr>
        <p:spPr>
          <a:xfrm>
            <a:off x="4111141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89C36D5-DD1C-DA92-8A2A-4D1E1728D101}"/>
              </a:ext>
            </a:extLst>
          </p:cNvPr>
          <p:cNvCxnSpPr>
            <a:cxnSpLocks/>
          </p:cNvCxnSpPr>
          <p:nvPr/>
        </p:nvCxnSpPr>
        <p:spPr>
          <a:xfrm>
            <a:off x="4175125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F987AD-4C07-7FE4-0B7A-54546FBC0806}"/>
              </a:ext>
            </a:extLst>
          </p:cNvPr>
          <p:cNvCxnSpPr>
            <a:cxnSpLocks/>
          </p:cNvCxnSpPr>
          <p:nvPr/>
        </p:nvCxnSpPr>
        <p:spPr>
          <a:xfrm>
            <a:off x="4175125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2943B3E-7D7A-00DB-FC00-6031F9FAE2B4}"/>
              </a:ext>
            </a:extLst>
          </p:cNvPr>
          <p:cNvCxnSpPr>
            <a:cxnSpLocks/>
          </p:cNvCxnSpPr>
          <p:nvPr/>
        </p:nvCxnSpPr>
        <p:spPr>
          <a:xfrm>
            <a:off x="4175125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0246F48-23C1-326D-B9A1-DA63A2706B84}"/>
              </a:ext>
            </a:extLst>
          </p:cNvPr>
          <p:cNvSpPr/>
          <p:nvPr/>
        </p:nvSpPr>
        <p:spPr>
          <a:xfrm>
            <a:off x="4292867" y="3043336"/>
            <a:ext cx="3599849" cy="231006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6F09BD-385D-A281-63B8-FE369D82C6E8}"/>
              </a:ext>
            </a:extLst>
          </p:cNvPr>
          <p:cNvSpPr/>
          <p:nvPr/>
        </p:nvSpPr>
        <p:spPr>
          <a:xfrm>
            <a:off x="4296075" y="5670279"/>
            <a:ext cx="3599849" cy="1187721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0E32E7-D1BD-AFA9-D257-D334CF7D6429}"/>
              </a:ext>
            </a:extLst>
          </p:cNvPr>
          <p:cNvCxnSpPr>
            <a:cxnSpLocks/>
          </p:cNvCxnSpPr>
          <p:nvPr/>
        </p:nvCxnSpPr>
        <p:spPr>
          <a:xfrm>
            <a:off x="4180404" y="1739969"/>
            <a:ext cx="38311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A28E578-AB8E-B65B-6344-8CA542C0068B}"/>
              </a:ext>
            </a:extLst>
          </p:cNvPr>
          <p:cNvSpPr txBox="1"/>
          <p:nvPr/>
        </p:nvSpPr>
        <p:spPr>
          <a:xfrm>
            <a:off x="3932096" y="1948809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latin typeface="+mj-lt"/>
              </a:rPr>
              <a:t>Select the subject below that you want to learn about</a:t>
            </a:r>
          </a:p>
        </p:txBody>
      </p:sp>
    </p:spTree>
    <p:extLst>
      <p:ext uri="{BB962C8B-B14F-4D97-AF65-F5344CB8AC3E}">
        <p14:creationId xmlns:p14="http://schemas.microsoft.com/office/powerpoint/2010/main" val="3413964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228D7-31CA-80D2-5C77-768F05836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ECE3805-9533-E33C-DBA0-674A4B41A1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3CA74E7-200A-3F31-2BF9-E5DD1886CAB3}"/>
              </a:ext>
            </a:extLst>
          </p:cNvPr>
          <p:cNvSpPr/>
          <p:nvPr/>
        </p:nvSpPr>
        <p:spPr>
          <a:xfrm>
            <a:off x="3934048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C6FC0BF6-E05C-AABD-79C1-27855F1785F6}"/>
              </a:ext>
            </a:extLst>
          </p:cNvPr>
          <p:cNvSpPr/>
          <p:nvPr/>
        </p:nvSpPr>
        <p:spPr>
          <a:xfrm>
            <a:off x="3934049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E184F-5D22-6207-BF44-C6CF04E98BEC}"/>
              </a:ext>
            </a:extLst>
          </p:cNvPr>
          <p:cNvSpPr txBox="1"/>
          <p:nvPr/>
        </p:nvSpPr>
        <p:spPr>
          <a:xfrm>
            <a:off x="3936000" y="1052764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noProof="1">
                <a:latin typeface="Script MT Bold" panose="03040602040607080904" pitchFamily="66" charset="0"/>
              </a:rPr>
              <a:t>Quizzes</a:t>
            </a:r>
            <a:endParaRPr lang="id-ID" sz="4000" b="1" noProof="1">
              <a:latin typeface="Script MT Bold" panose="030406020406070809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06CBD5-4842-3C9A-67F6-75A79E979D89}"/>
              </a:ext>
            </a:extLst>
          </p:cNvPr>
          <p:cNvSpPr txBox="1"/>
          <p:nvPr/>
        </p:nvSpPr>
        <p:spPr>
          <a:xfrm>
            <a:off x="5100220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102799-139E-AF99-02DA-87C7B1C283CA}"/>
              </a:ext>
            </a:extLst>
          </p:cNvPr>
          <p:cNvSpPr/>
          <p:nvPr/>
        </p:nvSpPr>
        <p:spPr>
          <a:xfrm>
            <a:off x="4111141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67AFEE-8E36-7643-BE77-4936E4B2B7A3}"/>
              </a:ext>
            </a:extLst>
          </p:cNvPr>
          <p:cNvCxnSpPr>
            <a:cxnSpLocks/>
          </p:cNvCxnSpPr>
          <p:nvPr/>
        </p:nvCxnSpPr>
        <p:spPr>
          <a:xfrm>
            <a:off x="4175125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08C99F-C581-5156-99CF-30974BC0556B}"/>
              </a:ext>
            </a:extLst>
          </p:cNvPr>
          <p:cNvCxnSpPr>
            <a:cxnSpLocks/>
          </p:cNvCxnSpPr>
          <p:nvPr/>
        </p:nvCxnSpPr>
        <p:spPr>
          <a:xfrm>
            <a:off x="4175125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4AD935-5162-EC0D-6C99-C6B46E95240E}"/>
              </a:ext>
            </a:extLst>
          </p:cNvPr>
          <p:cNvCxnSpPr>
            <a:cxnSpLocks/>
          </p:cNvCxnSpPr>
          <p:nvPr/>
        </p:nvCxnSpPr>
        <p:spPr>
          <a:xfrm>
            <a:off x="4175125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F309822E-4662-C19C-F4E4-DDC5151B007E}"/>
              </a:ext>
            </a:extLst>
          </p:cNvPr>
          <p:cNvSpPr/>
          <p:nvPr/>
        </p:nvSpPr>
        <p:spPr>
          <a:xfrm>
            <a:off x="4296075" y="2751267"/>
            <a:ext cx="3599849" cy="2310063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1528E3-018B-595A-1725-4036B1CC5F78}"/>
              </a:ext>
            </a:extLst>
          </p:cNvPr>
          <p:cNvSpPr/>
          <p:nvPr/>
        </p:nvSpPr>
        <p:spPr>
          <a:xfrm>
            <a:off x="4296075" y="5343254"/>
            <a:ext cx="3599849" cy="1514746"/>
          </a:xfrm>
          <a:prstGeom prst="rect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B4BFA05-74D5-317C-65DB-4EC17AA2BDC8}"/>
              </a:ext>
            </a:extLst>
          </p:cNvPr>
          <p:cNvCxnSpPr>
            <a:cxnSpLocks/>
          </p:cNvCxnSpPr>
          <p:nvPr/>
        </p:nvCxnSpPr>
        <p:spPr>
          <a:xfrm>
            <a:off x="4180404" y="1739969"/>
            <a:ext cx="38311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119F244-BD1A-3D2C-087E-A8934D47A50B}"/>
              </a:ext>
            </a:extLst>
          </p:cNvPr>
          <p:cNvSpPr txBox="1"/>
          <p:nvPr/>
        </p:nvSpPr>
        <p:spPr>
          <a:xfrm>
            <a:off x="3932096" y="1948809"/>
            <a:ext cx="43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latin typeface="+mj-lt"/>
              </a:rPr>
              <a:t>Select the subject below </a:t>
            </a:r>
            <a:r>
              <a:rPr lang="en-ID" sz="2000" noProof="1">
                <a:latin typeface="+mj-lt"/>
              </a:rPr>
              <a:t>to play a quiz</a:t>
            </a:r>
            <a:endParaRPr lang="id-ID" sz="2000" noProof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65873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D31FD-D25E-9E9F-DE0A-878AF86B9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8667F0F-5FDE-53B2-C2F9-48517BC5E1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97DD31A-65B6-4FBC-34BC-7C0CAF3656E4}"/>
              </a:ext>
            </a:extLst>
          </p:cNvPr>
          <p:cNvSpPr/>
          <p:nvPr/>
        </p:nvSpPr>
        <p:spPr>
          <a:xfrm>
            <a:off x="1060219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0F87B8A2-E04B-AE42-1BBC-BF920AFAF06E}"/>
              </a:ext>
            </a:extLst>
          </p:cNvPr>
          <p:cNvSpPr/>
          <p:nvPr/>
        </p:nvSpPr>
        <p:spPr>
          <a:xfrm>
            <a:off x="1060220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8434ED-41A5-DBA5-2E08-1565402EDADC}"/>
              </a:ext>
            </a:extLst>
          </p:cNvPr>
          <p:cNvSpPr txBox="1"/>
          <p:nvPr/>
        </p:nvSpPr>
        <p:spPr>
          <a:xfrm>
            <a:off x="1062171" y="1052764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noProof="1">
                <a:latin typeface="Script MT Bold" panose="03040602040607080904" pitchFamily="66" charset="0"/>
              </a:rPr>
              <a:t>Exercises</a:t>
            </a:r>
            <a:endParaRPr lang="id-ID" sz="4000" b="1" noProof="1">
              <a:latin typeface="Script MT Bold" panose="030406020406070809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52FB59-10E5-EE6C-2A3F-FD2E54225C72}"/>
              </a:ext>
            </a:extLst>
          </p:cNvPr>
          <p:cNvSpPr txBox="1"/>
          <p:nvPr/>
        </p:nvSpPr>
        <p:spPr>
          <a:xfrm>
            <a:off x="2226391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7EEC522-430E-E6F5-5C64-C000F82DADE5}"/>
              </a:ext>
            </a:extLst>
          </p:cNvPr>
          <p:cNvSpPr/>
          <p:nvPr/>
        </p:nvSpPr>
        <p:spPr>
          <a:xfrm>
            <a:off x="1237312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BBCF6F-68D7-59E5-8E43-E8F3D89F90F9}"/>
              </a:ext>
            </a:extLst>
          </p:cNvPr>
          <p:cNvCxnSpPr>
            <a:cxnSpLocks/>
          </p:cNvCxnSpPr>
          <p:nvPr/>
        </p:nvCxnSpPr>
        <p:spPr>
          <a:xfrm>
            <a:off x="1301296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5DD3D25-F27F-3D28-8C6F-0F672327708B}"/>
              </a:ext>
            </a:extLst>
          </p:cNvPr>
          <p:cNvCxnSpPr>
            <a:cxnSpLocks/>
          </p:cNvCxnSpPr>
          <p:nvPr/>
        </p:nvCxnSpPr>
        <p:spPr>
          <a:xfrm>
            <a:off x="1301296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6A5828E-E366-7804-AF65-CA7C5974E98E}"/>
              </a:ext>
            </a:extLst>
          </p:cNvPr>
          <p:cNvCxnSpPr>
            <a:cxnSpLocks/>
          </p:cNvCxnSpPr>
          <p:nvPr/>
        </p:nvCxnSpPr>
        <p:spPr>
          <a:xfrm>
            <a:off x="1301296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39CB659F-1C06-2E34-6F82-75F9AB938AA4}"/>
              </a:ext>
            </a:extLst>
          </p:cNvPr>
          <p:cNvSpPr/>
          <p:nvPr/>
        </p:nvSpPr>
        <p:spPr>
          <a:xfrm>
            <a:off x="1419038" y="3043336"/>
            <a:ext cx="3599849" cy="2310063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45FA0E-1B7B-8511-3CA1-8A1B2BC7CC8F}"/>
              </a:ext>
            </a:extLst>
          </p:cNvPr>
          <p:cNvCxnSpPr>
            <a:cxnSpLocks/>
          </p:cNvCxnSpPr>
          <p:nvPr/>
        </p:nvCxnSpPr>
        <p:spPr>
          <a:xfrm>
            <a:off x="1306575" y="1739969"/>
            <a:ext cx="38311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04B4C1C-1CA6-6A0F-31C6-931C15C95D8B}"/>
              </a:ext>
            </a:extLst>
          </p:cNvPr>
          <p:cNvSpPr txBox="1"/>
          <p:nvPr/>
        </p:nvSpPr>
        <p:spPr>
          <a:xfrm>
            <a:off x="1058267" y="1948809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noProof="1">
                <a:latin typeface="+mj-lt"/>
              </a:rPr>
              <a:t>Lets see how far is your knowledge</a:t>
            </a:r>
          </a:p>
          <a:p>
            <a:pPr algn="ctr"/>
            <a:r>
              <a:rPr lang="en-ID" sz="2000" noProof="1">
                <a:latin typeface="+mj-lt"/>
              </a:rPr>
              <a:t>by doing some exercises..</a:t>
            </a:r>
            <a:endParaRPr lang="id-ID" sz="2000" noProof="1">
              <a:latin typeface="+mj-l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1178D5-789A-E787-DE28-EDE3C657E14F}"/>
              </a:ext>
            </a:extLst>
          </p:cNvPr>
          <p:cNvSpPr/>
          <p:nvPr/>
        </p:nvSpPr>
        <p:spPr>
          <a:xfrm>
            <a:off x="6807877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C2A6C04A-2EAA-DAB2-FDA1-02FBCE035440}"/>
              </a:ext>
            </a:extLst>
          </p:cNvPr>
          <p:cNvSpPr/>
          <p:nvPr/>
        </p:nvSpPr>
        <p:spPr>
          <a:xfrm>
            <a:off x="6807878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A7A63-7F8E-9ADB-303D-36B695184054}"/>
              </a:ext>
            </a:extLst>
          </p:cNvPr>
          <p:cNvSpPr txBox="1"/>
          <p:nvPr/>
        </p:nvSpPr>
        <p:spPr>
          <a:xfrm>
            <a:off x="7974049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755DEB0-59FA-53D6-0B8C-B5D04EBCBDFC}"/>
              </a:ext>
            </a:extLst>
          </p:cNvPr>
          <p:cNvSpPr/>
          <p:nvPr/>
        </p:nvSpPr>
        <p:spPr>
          <a:xfrm>
            <a:off x="6984970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706230-2E15-D227-1928-BEA4E8A10EDB}"/>
              </a:ext>
            </a:extLst>
          </p:cNvPr>
          <p:cNvCxnSpPr>
            <a:cxnSpLocks/>
          </p:cNvCxnSpPr>
          <p:nvPr/>
        </p:nvCxnSpPr>
        <p:spPr>
          <a:xfrm>
            <a:off x="7048954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71EC08-CC15-DEDE-5451-DE89251FB17A}"/>
              </a:ext>
            </a:extLst>
          </p:cNvPr>
          <p:cNvCxnSpPr>
            <a:cxnSpLocks/>
          </p:cNvCxnSpPr>
          <p:nvPr/>
        </p:nvCxnSpPr>
        <p:spPr>
          <a:xfrm>
            <a:off x="7048954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9B55700-6CEA-8D9E-DB97-2CA60E4A13F8}"/>
              </a:ext>
            </a:extLst>
          </p:cNvPr>
          <p:cNvCxnSpPr>
            <a:cxnSpLocks/>
          </p:cNvCxnSpPr>
          <p:nvPr/>
        </p:nvCxnSpPr>
        <p:spPr>
          <a:xfrm>
            <a:off x="7048954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0CFF05-487B-9F7B-829A-A3E902BF303A}"/>
              </a:ext>
            </a:extLst>
          </p:cNvPr>
          <p:cNvSpPr txBox="1"/>
          <p:nvPr/>
        </p:nvSpPr>
        <p:spPr>
          <a:xfrm>
            <a:off x="1407128" y="4605504"/>
            <a:ext cx="3599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Exercise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6FA900-4570-0A1B-5E33-6B0F82605A36}"/>
              </a:ext>
            </a:extLst>
          </p:cNvPr>
          <p:cNvSpPr txBox="1"/>
          <p:nvPr/>
        </p:nvSpPr>
        <p:spPr>
          <a:xfrm>
            <a:off x="1428996" y="5488379"/>
            <a:ext cx="35779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noProof="1">
                <a:latin typeface="+mj-lt"/>
              </a:rPr>
              <a:t>Make your own exercise, so that other peoples could join your exercise.</a:t>
            </a:r>
            <a:endParaRPr lang="id-ID" sz="2000" noProof="1">
              <a:latin typeface="+mj-lt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08F7B47-7AA7-F2A5-59E7-A113B04CAD94}"/>
              </a:ext>
            </a:extLst>
          </p:cNvPr>
          <p:cNvSpPr/>
          <p:nvPr/>
        </p:nvSpPr>
        <p:spPr>
          <a:xfrm>
            <a:off x="1430948" y="3038122"/>
            <a:ext cx="3599849" cy="36252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A686D10-4F62-386E-2A2D-40D9FC7EE9F2}"/>
              </a:ext>
            </a:extLst>
          </p:cNvPr>
          <p:cNvSpPr/>
          <p:nvPr/>
        </p:nvSpPr>
        <p:spPr>
          <a:xfrm>
            <a:off x="2808904" y="3646654"/>
            <a:ext cx="832269" cy="831600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6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4E5985E-7942-8EF1-C655-F654A4F530C1}"/>
              </a:ext>
            </a:extLst>
          </p:cNvPr>
          <p:cNvSpPr/>
          <p:nvPr/>
        </p:nvSpPr>
        <p:spPr>
          <a:xfrm>
            <a:off x="6811782" y="865949"/>
            <a:ext cx="4316095" cy="2563051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60" name="Arrow: Chevron 59">
            <a:extLst>
              <a:ext uri="{FF2B5EF4-FFF2-40B4-BE49-F238E27FC236}">
                <a16:creationId xmlns:a16="http://schemas.microsoft.com/office/drawing/2014/main" id="{068C0C4C-0B6C-6A89-AD56-7502ECF56CB9}"/>
              </a:ext>
            </a:extLst>
          </p:cNvPr>
          <p:cNvSpPr/>
          <p:nvPr/>
        </p:nvSpPr>
        <p:spPr>
          <a:xfrm flipH="1">
            <a:off x="6942623" y="975249"/>
            <a:ext cx="330041" cy="348827"/>
          </a:xfrm>
          <a:prstGeom prst="chevron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D7C82C-76B7-B65A-9C45-7D5942EA984F}"/>
              </a:ext>
            </a:extLst>
          </p:cNvPr>
          <p:cNvSpPr txBox="1"/>
          <p:nvPr/>
        </p:nvSpPr>
        <p:spPr>
          <a:xfrm>
            <a:off x="6813731" y="1547367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noProof="1">
                <a:latin typeface="Script MT Bold" panose="03040602040607080904" pitchFamily="66" charset="0"/>
              </a:rPr>
              <a:t>Create Exercise</a:t>
            </a:r>
            <a:endParaRPr lang="id-ID" sz="4000" b="1" noProof="1">
              <a:latin typeface="Script MT Bold" panose="03040602040607080904" pitchFamily="66" charset="0"/>
            </a:endParaRP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3AEF66D-13B2-7E10-7D14-4F37FB12C2D3}"/>
              </a:ext>
            </a:extLst>
          </p:cNvPr>
          <p:cNvCxnSpPr>
            <a:cxnSpLocks/>
          </p:cNvCxnSpPr>
          <p:nvPr/>
        </p:nvCxnSpPr>
        <p:spPr>
          <a:xfrm>
            <a:off x="7058135" y="2234572"/>
            <a:ext cx="3831191" cy="0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7A79C3E7-795A-BE16-1578-FBEA484F3C10}"/>
              </a:ext>
            </a:extLst>
          </p:cNvPr>
          <p:cNvSpPr txBox="1"/>
          <p:nvPr/>
        </p:nvSpPr>
        <p:spPr>
          <a:xfrm>
            <a:off x="6809827" y="2443412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noProof="1">
                <a:latin typeface="+mj-lt"/>
              </a:rPr>
              <a:t>Fill these informations below and start to make your own exercise</a:t>
            </a:r>
            <a:endParaRPr lang="id-ID" sz="2000" noProof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31783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D747C-55C5-D331-691D-7DC93A3E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30AFA11-0875-956C-C6EC-D4B81472EDD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A7779E1-EA19-BF98-0333-B942D0BCA51C}"/>
              </a:ext>
            </a:extLst>
          </p:cNvPr>
          <p:cNvSpPr/>
          <p:nvPr/>
        </p:nvSpPr>
        <p:spPr>
          <a:xfrm>
            <a:off x="1060219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1664B770-C337-95C5-8940-8376C6FF997C}"/>
              </a:ext>
            </a:extLst>
          </p:cNvPr>
          <p:cNvSpPr/>
          <p:nvPr/>
        </p:nvSpPr>
        <p:spPr>
          <a:xfrm>
            <a:off x="1060220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ED5F6-A27C-3297-F100-7E3766B54DA6}"/>
              </a:ext>
            </a:extLst>
          </p:cNvPr>
          <p:cNvSpPr txBox="1"/>
          <p:nvPr/>
        </p:nvSpPr>
        <p:spPr>
          <a:xfrm>
            <a:off x="1062171" y="1052764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noProof="1">
                <a:latin typeface="Script MT Bold" panose="03040602040607080904" pitchFamily="66" charset="0"/>
              </a:rPr>
              <a:t>Exercises</a:t>
            </a:r>
            <a:endParaRPr lang="id-ID" sz="4000" b="1" noProof="1">
              <a:latin typeface="Script MT Bold" panose="030406020406070809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723F07-943A-2DF5-1858-72363DA76EA6}"/>
              </a:ext>
            </a:extLst>
          </p:cNvPr>
          <p:cNvSpPr txBox="1"/>
          <p:nvPr/>
        </p:nvSpPr>
        <p:spPr>
          <a:xfrm>
            <a:off x="2226391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035DD4F-3566-DA2F-2F47-41003D37A3FA}"/>
              </a:ext>
            </a:extLst>
          </p:cNvPr>
          <p:cNvSpPr/>
          <p:nvPr/>
        </p:nvSpPr>
        <p:spPr>
          <a:xfrm>
            <a:off x="1237312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B6545A-A337-0B94-3719-9F35037BBE70}"/>
              </a:ext>
            </a:extLst>
          </p:cNvPr>
          <p:cNvCxnSpPr>
            <a:cxnSpLocks/>
          </p:cNvCxnSpPr>
          <p:nvPr/>
        </p:nvCxnSpPr>
        <p:spPr>
          <a:xfrm>
            <a:off x="1301296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7BF0DD-5ABE-3BF5-8C32-9F80C5D935BC}"/>
              </a:ext>
            </a:extLst>
          </p:cNvPr>
          <p:cNvCxnSpPr>
            <a:cxnSpLocks/>
          </p:cNvCxnSpPr>
          <p:nvPr/>
        </p:nvCxnSpPr>
        <p:spPr>
          <a:xfrm>
            <a:off x="1301296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480729-0B09-BC7E-8E98-50BD9D38DCD3}"/>
              </a:ext>
            </a:extLst>
          </p:cNvPr>
          <p:cNvCxnSpPr>
            <a:cxnSpLocks/>
          </p:cNvCxnSpPr>
          <p:nvPr/>
        </p:nvCxnSpPr>
        <p:spPr>
          <a:xfrm>
            <a:off x="1301296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6C1B950-D3F0-ED38-07F2-0EF5FA18D278}"/>
              </a:ext>
            </a:extLst>
          </p:cNvPr>
          <p:cNvCxnSpPr>
            <a:cxnSpLocks/>
          </p:cNvCxnSpPr>
          <p:nvPr/>
        </p:nvCxnSpPr>
        <p:spPr>
          <a:xfrm>
            <a:off x="1306575" y="1739969"/>
            <a:ext cx="38311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218D72D-1C51-236F-F55E-1C72FE9302E6}"/>
              </a:ext>
            </a:extLst>
          </p:cNvPr>
          <p:cNvSpPr txBox="1"/>
          <p:nvPr/>
        </p:nvSpPr>
        <p:spPr>
          <a:xfrm>
            <a:off x="1058267" y="1948809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noProof="1">
                <a:latin typeface="+mj-lt"/>
              </a:rPr>
              <a:t>Lets see how far is your knowledge</a:t>
            </a:r>
          </a:p>
          <a:p>
            <a:pPr algn="ctr"/>
            <a:r>
              <a:rPr lang="en-ID" sz="2000" noProof="1">
                <a:latin typeface="+mj-lt"/>
              </a:rPr>
              <a:t>by doing some exercises..</a:t>
            </a:r>
            <a:endParaRPr lang="id-ID" sz="2000" noProof="1">
              <a:latin typeface="+mj-lt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3BFDA8-BDCC-E0F4-977D-602024C7EC9D}"/>
              </a:ext>
            </a:extLst>
          </p:cNvPr>
          <p:cNvSpPr/>
          <p:nvPr/>
        </p:nvSpPr>
        <p:spPr>
          <a:xfrm>
            <a:off x="1419038" y="3046274"/>
            <a:ext cx="3599849" cy="2310063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24197BE-3E7D-59DA-A2A7-45B3B81EBA9B}"/>
              </a:ext>
            </a:extLst>
          </p:cNvPr>
          <p:cNvSpPr txBox="1"/>
          <p:nvPr/>
        </p:nvSpPr>
        <p:spPr>
          <a:xfrm>
            <a:off x="1407128" y="4608442"/>
            <a:ext cx="3599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 an Exercise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1BE2FFA-74DC-1BF4-F174-7F7B7E1B48CC}"/>
              </a:ext>
            </a:extLst>
          </p:cNvPr>
          <p:cNvSpPr txBox="1"/>
          <p:nvPr/>
        </p:nvSpPr>
        <p:spPr>
          <a:xfrm>
            <a:off x="1428996" y="5491317"/>
            <a:ext cx="35779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noProof="1">
                <a:latin typeface="+mj-lt"/>
              </a:rPr>
              <a:t>Joins somebody exercise and lets see how far you will get.</a:t>
            </a:r>
            <a:endParaRPr lang="id-ID" sz="2000" noProof="1"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6B54A6-8C7E-669D-5CC7-D947F79F15E2}"/>
              </a:ext>
            </a:extLst>
          </p:cNvPr>
          <p:cNvSpPr/>
          <p:nvPr/>
        </p:nvSpPr>
        <p:spPr>
          <a:xfrm>
            <a:off x="1430948" y="3041060"/>
            <a:ext cx="3599849" cy="328885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882707AA-7993-3957-0056-7509BCFD4680}"/>
              </a:ext>
            </a:extLst>
          </p:cNvPr>
          <p:cNvSpPr/>
          <p:nvPr/>
        </p:nvSpPr>
        <p:spPr>
          <a:xfrm>
            <a:off x="2743694" y="3834809"/>
            <a:ext cx="912491" cy="63865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47519F9-BDB6-5963-7850-ADF55CD9606F}"/>
              </a:ext>
            </a:extLst>
          </p:cNvPr>
          <p:cNvSpPr/>
          <p:nvPr/>
        </p:nvSpPr>
        <p:spPr>
          <a:xfrm>
            <a:off x="6807877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39" name="Rectangle: Top Corners Rounded 38">
            <a:extLst>
              <a:ext uri="{FF2B5EF4-FFF2-40B4-BE49-F238E27FC236}">
                <a16:creationId xmlns:a16="http://schemas.microsoft.com/office/drawing/2014/main" id="{65216357-8F21-F7AD-DD76-6114D832C03D}"/>
              </a:ext>
            </a:extLst>
          </p:cNvPr>
          <p:cNvSpPr/>
          <p:nvPr/>
        </p:nvSpPr>
        <p:spPr>
          <a:xfrm>
            <a:off x="6807878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AE830BB-1FC0-D9D1-98C9-9A327A9508B6}"/>
              </a:ext>
            </a:extLst>
          </p:cNvPr>
          <p:cNvSpPr txBox="1"/>
          <p:nvPr/>
        </p:nvSpPr>
        <p:spPr>
          <a:xfrm>
            <a:off x="7974049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2D28097-F7C2-30D3-7BD9-47ACA45FE36C}"/>
              </a:ext>
            </a:extLst>
          </p:cNvPr>
          <p:cNvSpPr/>
          <p:nvPr/>
        </p:nvSpPr>
        <p:spPr>
          <a:xfrm>
            <a:off x="6984970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5D6DE1E-E054-A201-DFC5-95A5CA3F1A06}"/>
              </a:ext>
            </a:extLst>
          </p:cNvPr>
          <p:cNvCxnSpPr>
            <a:cxnSpLocks/>
          </p:cNvCxnSpPr>
          <p:nvPr/>
        </p:nvCxnSpPr>
        <p:spPr>
          <a:xfrm>
            <a:off x="7048954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640D246-55DD-71FB-49BE-14C72DC36712}"/>
              </a:ext>
            </a:extLst>
          </p:cNvPr>
          <p:cNvCxnSpPr>
            <a:cxnSpLocks/>
          </p:cNvCxnSpPr>
          <p:nvPr/>
        </p:nvCxnSpPr>
        <p:spPr>
          <a:xfrm>
            <a:off x="7048954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2736810-7C5F-32D6-5A73-983C381FD98A}"/>
              </a:ext>
            </a:extLst>
          </p:cNvPr>
          <p:cNvCxnSpPr>
            <a:cxnSpLocks/>
          </p:cNvCxnSpPr>
          <p:nvPr/>
        </p:nvCxnSpPr>
        <p:spPr>
          <a:xfrm>
            <a:off x="7048954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B6C8F9A3-1910-4839-667D-7FFEAF362B82}"/>
              </a:ext>
            </a:extLst>
          </p:cNvPr>
          <p:cNvSpPr/>
          <p:nvPr/>
        </p:nvSpPr>
        <p:spPr>
          <a:xfrm>
            <a:off x="6811782" y="865949"/>
            <a:ext cx="4316095" cy="2563051"/>
          </a:xfrm>
          <a:prstGeom prst="rect">
            <a:avLst/>
          </a:prstGeom>
          <a:solidFill>
            <a:srgbClr val="00B0F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50" name="Arrow: Chevron 49">
            <a:extLst>
              <a:ext uri="{FF2B5EF4-FFF2-40B4-BE49-F238E27FC236}">
                <a16:creationId xmlns:a16="http://schemas.microsoft.com/office/drawing/2014/main" id="{EA2CB0FA-78A5-8429-F432-BCD2E71899A3}"/>
              </a:ext>
            </a:extLst>
          </p:cNvPr>
          <p:cNvSpPr/>
          <p:nvPr/>
        </p:nvSpPr>
        <p:spPr>
          <a:xfrm flipH="1">
            <a:off x="6942623" y="975249"/>
            <a:ext cx="330041" cy="348827"/>
          </a:xfrm>
          <a:prstGeom prst="chevron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C666DA-6EBD-B356-8B80-0C6813137202}"/>
              </a:ext>
            </a:extLst>
          </p:cNvPr>
          <p:cNvSpPr txBox="1"/>
          <p:nvPr/>
        </p:nvSpPr>
        <p:spPr>
          <a:xfrm>
            <a:off x="6813731" y="1547367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noProof="1">
                <a:latin typeface="Script MT Bold" panose="03040602040607080904" pitchFamily="66" charset="0"/>
              </a:rPr>
              <a:t>Join Exercise</a:t>
            </a:r>
            <a:endParaRPr lang="id-ID" sz="4000" b="1" noProof="1">
              <a:latin typeface="Script MT Bold" panose="03040602040607080904" pitchFamily="66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C241336-B2B5-2237-EA50-1F0369508D5F}"/>
              </a:ext>
            </a:extLst>
          </p:cNvPr>
          <p:cNvCxnSpPr>
            <a:cxnSpLocks/>
          </p:cNvCxnSpPr>
          <p:nvPr/>
        </p:nvCxnSpPr>
        <p:spPr>
          <a:xfrm>
            <a:off x="7058135" y="2234572"/>
            <a:ext cx="3831191" cy="0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C4E4489-62F1-BB91-3558-0F26DEA6B339}"/>
              </a:ext>
            </a:extLst>
          </p:cNvPr>
          <p:cNvSpPr txBox="1"/>
          <p:nvPr/>
        </p:nvSpPr>
        <p:spPr>
          <a:xfrm>
            <a:off x="6809827" y="2443412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noProof="1">
                <a:latin typeface="+mj-lt"/>
              </a:rPr>
              <a:t>Select the join method, and then get ready to start the exercises.</a:t>
            </a:r>
            <a:endParaRPr lang="id-ID" sz="2000" noProof="1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43391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95539-D37B-54AC-51D1-A7046386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006860F-221D-1534-EBB8-35123F2F1A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88C3368-3D78-397E-AFC4-E6A928A6DF6B}"/>
              </a:ext>
            </a:extLst>
          </p:cNvPr>
          <p:cNvSpPr/>
          <p:nvPr/>
        </p:nvSpPr>
        <p:spPr>
          <a:xfrm>
            <a:off x="1060219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79A0940C-50A2-8C3F-B4F1-545DA2FDC722}"/>
              </a:ext>
            </a:extLst>
          </p:cNvPr>
          <p:cNvSpPr/>
          <p:nvPr/>
        </p:nvSpPr>
        <p:spPr>
          <a:xfrm>
            <a:off x="1060220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CD0791-8B49-5F3A-242A-4A6B3CFB8976}"/>
              </a:ext>
            </a:extLst>
          </p:cNvPr>
          <p:cNvSpPr txBox="1"/>
          <p:nvPr/>
        </p:nvSpPr>
        <p:spPr>
          <a:xfrm>
            <a:off x="1062171" y="1052764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noProof="1">
                <a:latin typeface="Script MT Bold" panose="03040602040607080904" pitchFamily="66" charset="0"/>
              </a:rPr>
              <a:t>Exercises</a:t>
            </a:r>
            <a:endParaRPr lang="id-ID" sz="4000" b="1" noProof="1">
              <a:latin typeface="Script MT Bold" panose="030406020406070809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126A4C-A8BE-0A7D-8A18-581DD07D5C4C}"/>
              </a:ext>
            </a:extLst>
          </p:cNvPr>
          <p:cNvSpPr txBox="1"/>
          <p:nvPr/>
        </p:nvSpPr>
        <p:spPr>
          <a:xfrm>
            <a:off x="2226391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B907F7-9AC8-DC7E-26EE-BFF57DD2E9AD}"/>
              </a:ext>
            </a:extLst>
          </p:cNvPr>
          <p:cNvSpPr/>
          <p:nvPr/>
        </p:nvSpPr>
        <p:spPr>
          <a:xfrm>
            <a:off x="1237312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A638670-905C-C2A7-E250-8369FCA28BDF}"/>
              </a:ext>
            </a:extLst>
          </p:cNvPr>
          <p:cNvCxnSpPr>
            <a:cxnSpLocks/>
          </p:cNvCxnSpPr>
          <p:nvPr/>
        </p:nvCxnSpPr>
        <p:spPr>
          <a:xfrm>
            <a:off x="1301296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209563-56EB-CEAD-A90E-519461F8C014}"/>
              </a:ext>
            </a:extLst>
          </p:cNvPr>
          <p:cNvCxnSpPr>
            <a:cxnSpLocks/>
          </p:cNvCxnSpPr>
          <p:nvPr/>
        </p:nvCxnSpPr>
        <p:spPr>
          <a:xfrm>
            <a:off x="1301296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B8B106-CE4F-FEAA-9C18-30289E092ED4}"/>
              </a:ext>
            </a:extLst>
          </p:cNvPr>
          <p:cNvCxnSpPr>
            <a:cxnSpLocks/>
          </p:cNvCxnSpPr>
          <p:nvPr/>
        </p:nvCxnSpPr>
        <p:spPr>
          <a:xfrm>
            <a:off x="1301296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00A389A4-B474-75BF-61E8-4A40F51E8691}"/>
              </a:ext>
            </a:extLst>
          </p:cNvPr>
          <p:cNvSpPr/>
          <p:nvPr/>
        </p:nvSpPr>
        <p:spPr>
          <a:xfrm>
            <a:off x="1419038" y="3043336"/>
            <a:ext cx="3599849" cy="231006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6A0915-B98C-D268-73D5-57717CAB9ECD}"/>
              </a:ext>
            </a:extLst>
          </p:cNvPr>
          <p:cNvSpPr/>
          <p:nvPr/>
        </p:nvSpPr>
        <p:spPr>
          <a:xfrm>
            <a:off x="1422246" y="5670279"/>
            <a:ext cx="3599849" cy="1187721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A35430-486C-6195-EE03-A040BC5E4725}"/>
              </a:ext>
            </a:extLst>
          </p:cNvPr>
          <p:cNvCxnSpPr>
            <a:cxnSpLocks/>
          </p:cNvCxnSpPr>
          <p:nvPr/>
        </p:nvCxnSpPr>
        <p:spPr>
          <a:xfrm>
            <a:off x="1306575" y="1739969"/>
            <a:ext cx="38311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93F9326-A510-6BFD-6619-010EA2764448}"/>
              </a:ext>
            </a:extLst>
          </p:cNvPr>
          <p:cNvSpPr txBox="1"/>
          <p:nvPr/>
        </p:nvSpPr>
        <p:spPr>
          <a:xfrm>
            <a:off x="1058267" y="1948809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latin typeface="+mj-lt"/>
              </a:rPr>
              <a:t>Select the subject below that you want to learn about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BD8BEFE-DD1A-381B-1184-C2320DCE88BE}"/>
              </a:ext>
            </a:extLst>
          </p:cNvPr>
          <p:cNvSpPr/>
          <p:nvPr/>
        </p:nvSpPr>
        <p:spPr>
          <a:xfrm>
            <a:off x="6807877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E9596664-31BD-5E59-39AE-02EACF8B1B3C}"/>
              </a:ext>
            </a:extLst>
          </p:cNvPr>
          <p:cNvSpPr/>
          <p:nvPr/>
        </p:nvSpPr>
        <p:spPr>
          <a:xfrm>
            <a:off x="6807878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0A4F85-1988-5339-B5C8-1ABA525C7F45}"/>
              </a:ext>
            </a:extLst>
          </p:cNvPr>
          <p:cNvSpPr txBox="1"/>
          <p:nvPr/>
        </p:nvSpPr>
        <p:spPr>
          <a:xfrm>
            <a:off x="6809829" y="1052764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noProof="1">
                <a:latin typeface="Script MT Bold" panose="03040602040607080904" pitchFamily="66" charset="0"/>
              </a:rPr>
              <a:t>Exercises</a:t>
            </a:r>
            <a:endParaRPr lang="id-ID" sz="4000" b="1" noProof="1">
              <a:latin typeface="Script MT Bold" panose="030406020406070809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97ECA1-55D1-E59C-9CB3-211FB6755EFC}"/>
              </a:ext>
            </a:extLst>
          </p:cNvPr>
          <p:cNvSpPr txBox="1"/>
          <p:nvPr/>
        </p:nvSpPr>
        <p:spPr>
          <a:xfrm>
            <a:off x="7974049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418D22C-1CBA-C696-2F4E-52731B109517}"/>
              </a:ext>
            </a:extLst>
          </p:cNvPr>
          <p:cNvSpPr/>
          <p:nvPr/>
        </p:nvSpPr>
        <p:spPr>
          <a:xfrm>
            <a:off x="6984970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0EC5632-5A3E-6054-AE2D-CBC81E20759A}"/>
              </a:ext>
            </a:extLst>
          </p:cNvPr>
          <p:cNvCxnSpPr>
            <a:cxnSpLocks/>
          </p:cNvCxnSpPr>
          <p:nvPr/>
        </p:nvCxnSpPr>
        <p:spPr>
          <a:xfrm>
            <a:off x="7048954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AB22A08-5264-AAAD-BD39-08F60EF10725}"/>
              </a:ext>
            </a:extLst>
          </p:cNvPr>
          <p:cNvCxnSpPr>
            <a:cxnSpLocks/>
          </p:cNvCxnSpPr>
          <p:nvPr/>
        </p:nvCxnSpPr>
        <p:spPr>
          <a:xfrm>
            <a:off x="7048954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A4D7DC7-C3EF-4389-DD03-29E6B2A53EDC}"/>
              </a:ext>
            </a:extLst>
          </p:cNvPr>
          <p:cNvCxnSpPr>
            <a:cxnSpLocks/>
          </p:cNvCxnSpPr>
          <p:nvPr/>
        </p:nvCxnSpPr>
        <p:spPr>
          <a:xfrm>
            <a:off x="7048954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226ABA7-525F-4522-EE4C-3F9B52D8F3E3}"/>
              </a:ext>
            </a:extLst>
          </p:cNvPr>
          <p:cNvSpPr/>
          <p:nvPr/>
        </p:nvSpPr>
        <p:spPr>
          <a:xfrm>
            <a:off x="7166696" y="3043336"/>
            <a:ext cx="3599849" cy="231006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717F4DC-5D36-8C9A-2802-B6E14E986EE5}"/>
              </a:ext>
            </a:extLst>
          </p:cNvPr>
          <p:cNvSpPr/>
          <p:nvPr/>
        </p:nvSpPr>
        <p:spPr>
          <a:xfrm>
            <a:off x="7169904" y="5670279"/>
            <a:ext cx="3599849" cy="1187721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8547672-C6A0-DC65-DFF2-C30C24A087CD}"/>
              </a:ext>
            </a:extLst>
          </p:cNvPr>
          <p:cNvCxnSpPr>
            <a:cxnSpLocks/>
          </p:cNvCxnSpPr>
          <p:nvPr/>
        </p:nvCxnSpPr>
        <p:spPr>
          <a:xfrm>
            <a:off x="7054233" y="1739969"/>
            <a:ext cx="38311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E77C516-7827-B88A-EDFB-A259F7D0E1F5}"/>
              </a:ext>
            </a:extLst>
          </p:cNvPr>
          <p:cNvSpPr txBox="1"/>
          <p:nvPr/>
        </p:nvSpPr>
        <p:spPr>
          <a:xfrm>
            <a:off x="6805925" y="1948809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latin typeface="+mj-lt"/>
              </a:rPr>
              <a:t>Select the subject below that you want to learn about</a:t>
            </a:r>
          </a:p>
        </p:txBody>
      </p:sp>
    </p:spTree>
    <p:extLst>
      <p:ext uri="{BB962C8B-B14F-4D97-AF65-F5344CB8AC3E}">
        <p14:creationId xmlns:p14="http://schemas.microsoft.com/office/powerpoint/2010/main" val="9354354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2A8E4-7978-3EF2-F479-BAE9793D4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A3024FE-3AC7-29EE-91A9-A6A8A7F3C7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F28625-FCFD-C27B-D2FE-FD59F87CD86A}"/>
              </a:ext>
            </a:extLst>
          </p:cNvPr>
          <p:cNvSpPr/>
          <p:nvPr/>
        </p:nvSpPr>
        <p:spPr>
          <a:xfrm>
            <a:off x="3934048" y="0"/>
            <a:ext cx="4320000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589EDBD1-CBEF-6ED8-30CB-EB67A21C0038}"/>
              </a:ext>
            </a:extLst>
          </p:cNvPr>
          <p:cNvSpPr/>
          <p:nvPr/>
        </p:nvSpPr>
        <p:spPr>
          <a:xfrm>
            <a:off x="3934049" y="1"/>
            <a:ext cx="4320000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9091D9-1303-73A3-B130-88E50257406E}"/>
              </a:ext>
            </a:extLst>
          </p:cNvPr>
          <p:cNvSpPr txBox="1"/>
          <p:nvPr/>
        </p:nvSpPr>
        <p:spPr>
          <a:xfrm>
            <a:off x="3936000" y="1052764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noProof="1">
                <a:latin typeface="Script MT Bold" panose="03040602040607080904" pitchFamily="66" charset="0"/>
              </a:rPr>
              <a:t>Exercises</a:t>
            </a:r>
            <a:endParaRPr lang="id-ID" sz="4000" b="1" noProof="1">
              <a:latin typeface="Script MT Bold" panose="030406020406070809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724641-D5BC-99C8-29A9-606046A1DF88}"/>
              </a:ext>
            </a:extLst>
          </p:cNvPr>
          <p:cNvSpPr txBox="1"/>
          <p:nvPr/>
        </p:nvSpPr>
        <p:spPr>
          <a:xfrm>
            <a:off x="5100220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70EAB5-9BA6-F784-BA77-37D1F191D713}"/>
              </a:ext>
            </a:extLst>
          </p:cNvPr>
          <p:cNvSpPr/>
          <p:nvPr/>
        </p:nvSpPr>
        <p:spPr>
          <a:xfrm>
            <a:off x="4111141" y="194646"/>
            <a:ext cx="791171" cy="523220"/>
          </a:xfrm>
          <a:prstGeom prst="roundRect">
            <a:avLst/>
          </a:prstGeom>
          <a:solidFill>
            <a:schemeClr val="accent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BC65B-165F-A03B-2932-36DD6D9D6FF9}"/>
              </a:ext>
            </a:extLst>
          </p:cNvPr>
          <p:cNvCxnSpPr>
            <a:cxnSpLocks/>
          </p:cNvCxnSpPr>
          <p:nvPr/>
        </p:nvCxnSpPr>
        <p:spPr>
          <a:xfrm>
            <a:off x="4175125" y="32702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BCDB5E-492A-9F91-7782-98199EAF30E7}"/>
              </a:ext>
            </a:extLst>
          </p:cNvPr>
          <p:cNvCxnSpPr>
            <a:cxnSpLocks/>
          </p:cNvCxnSpPr>
          <p:nvPr/>
        </p:nvCxnSpPr>
        <p:spPr>
          <a:xfrm>
            <a:off x="4175125" y="461962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CAE34-DC2C-FCD2-8983-13A7AED7F706}"/>
              </a:ext>
            </a:extLst>
          </p:cNvPr>
          <p:cNvCxnSpPr>
            <a:cxnSpLocks/>
          </p:cNvCxnSpPr>
          <p:nvPr/>
        </p:nvCxnSpPr>
        <p:spPr>
          <a:xfrm>
            <a:off x="4175125" y="587375"/>
            <a:ext cx="658938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8FBA92A-3C29-F5FC-52C6-73CE05EAC864}"/>
              </a:ext>
            </a:extLst>
          </p:cNvPr>
          <p:cNvSpPr/>
          <p:nvPr/>
        </p:nvSpPr>
        <p:spPr>
          <a:xfrm>
            <a:off x="4292867" y="3043336"/>
            <a:ext cx="3599849" cy="2310063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A7CF7C-7E32-D4E1-9F85-7AD7B1063573}"/>
              </a:ext>
            </a:extLst>
          </p:cNvPr>
          <p:cNvSpPr/>
          <p:nvPr/>
        </p:nvSpPr>
        <p:spPr>
          <a:xfrm>
            <a:off x="4296075" y="5670279"/>
            <a:ext cx="3599849" cy="1187721"/>
          </a:xfrm>
          <a:prstGeom prst="rect">
            <a:avLst/>
          </a:prstGeom>
          <a:solidFill>
            <a:srgbClr val="FF0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058A822-54C2-0619-CE05-4DCF297AD17F}"/>
              </a:ext>
            </a:extLst>
          </p:cNvPr>
          <p:cNvCxnSpPr>
            <a:cxnSpLocks/>
          </p:cNvCxnSpPr>
          <p:nvPr/>
        </p:nvCxnSpPr>
        <p:spPr>
          <a:xfrm>
            <a:off x="4180404" y="1739969"/>
            <a:ext cx="3831191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25F8AE6-AB4C-8886-5E9F-9FBE17307784}"/>
              </a:ext>
            </a:extLst>
          </p:cNvPr>
          <p:cNvSpPr txBox="1"/>
          <p:nvPr/>
        </p:nvSpPr>
        <p:spPr>
          <a:xfrm>
            <a:off x="3932096" y="1948809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latin typeface="+mj-lt"/>
              </a:rPr>
              <a:t>Select the subject below that you want to learn about</a:t>
            </a:r>
          </a:p>
        </p:txBody>
      </p:sp>
    </p:spTree>
    <p:extLst>
      <p:ext uri="{BB962C8B-B14F-4D97-AF65-F5344CB8AC3E}">
        <p14:creationId xmlns:p14="http://schemas.microsoft.com/office/powerpoint/2010/main" val="4178016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21C1-0A40-11C3-13ED-57932917A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31B257-2337-28F4-8532-CFBA60604CD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AF094F-7AEF-43BE-25DF-545313C33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MDM (426 - 768px)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90B30B-2981-E687-7FFD-C5D433B152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id-ID" sz="4000" noProof="1">
                <a:solidFill>
                  <a:schemeClr val="bg1"/>
                </a:solidFill>
              </a:rPr>
              <a:t>Large Phones - Tablet</a:t>
            </a:r>
          </a:p>
        </p:txBody>
      </p:sp>
    </p:spTree>
    <p:extLst>
      <p:ext uri="{BB962C8B-B14F-4D97-AF65-F5344CB8AC3E}">
        <p14:creationId xmlns:p14="http://schemas.microsoft.com/office/powerpoint/2010/main" val="3088441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B8036-2835-6B24-2588-CB67B98CB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7E5D106-3AB9-380A-05FC-6B75D0D56C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40B933-8A04-E821-A307-186D05D4D5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LRG (769 - 1440px)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35EF1-F019-1BC6-B9EA-5AD1BF0CB9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id-ID" sz="4000" noProof="1">
                <a:solidFill>
                  <a:schemeClr val="bg1"/>
                </a:solidFill>
              </a:rPr>
              <a:t>Tablet – Large Laptops</a:t>
            </a:r>
          </a:p>
        </p:txBody>
      </p:sp>
    </p:spTree>
    <p:extLst>
      <p:ext uri="{BB962C8B-B14F-4D97-AF65-F5344CB8AC3E}">
        <p14:creationId xmlns:p14="http://schemas.microsoft.com/office/powerpoint/2010/main" val="1726024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0ECB2-A009-3CF4-B019-7EAF26A94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7146C8-DB02-6155-55E4-CB20E8F227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0DF4689-3ED7-69B0-FCC5-1684C00CCF86}"/>
              </a:ext>
            </a:extLst>
          </p:cNvPr>
          <p:cNvSpPr/>
          <p:nvPr/>
        </p:nvSpPr>
        <p:spPr>
          <a:xfrm>
            <a:off x="1786270" y="0"/>
            <a:ext cx="8633637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D215B621-E83A-8D5E-3309-48636CB457A7}"/>
              </a:ext>
            </a:extLst>
          </p:cNvPr>
          <p:cNvSpPr/>
          <p:nvPr/>
        </p:nvSpPr>
        <p:spPr>
          <a:xfrm>
            <a:off x="1786270" y="1"/>
            <a:ext cx="8633637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6BA9EA-A096-F926-27E7-C4E178055785}"/>
              </a:ext>
            </a:extLst>
          </p:cNvPr>
          <p:cNvSpPr/>
          <p:nvPr/>
        </p:nvSpPr>
        <p:spPr>
          <a:xfrm>
            <a:off x="3784079" y="890739"/>
            <a:ext cx="6621651" cy="2606060"/>
          </a:xfrm>
          <a:prstGeom prst="rect">
            <a:avLst/>
          </a:prstGeom>
          <a:solidFill>
            <a:srgbClr val="FF0000"/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DEF7F-2B44-14F2-BF3D-46AF5535C49C}"/>
              </a:ext>
            </a:extLst>
          </p:cNvPr>
          <p:cNvSpPr txBox="1"/>
          <p:nvPr/>
        </p:nvSpPr>
        <p:spPr>
          <a:xfrm>
            <a:off x="6074773" y="2060049"/>
            <a:ext cx="4323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3600" b="1" noProof="1">
                <a:solidFill>
                  <a:schemeClr val="bg1"/>
                </a:solidFill>
                <a:latin typeface="Arial Black" panose="020B0A04020102020204" pitchFamily="34" charset="0"/>
              </a:rPr>
              <a:t>SchooLearn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9CCF5D-6B90-21A2-9458-64A604B0A0D5}"/>
              </a:ext>
            </a:extLst>
          </p:cNvPr>
          <p:cNvSpPr txBox="1"/>
          <p:nvPr/>
        </p:nvSpPr>
        <p:spPr>
          <a:xfrm>
            <a:off x="3954101" y="2713691"/>
            <a:ext cx="62926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noProof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 Indonesian website that are used</a:t>
            </a:r>
          </a:p>
          <a:p>
            <a:pPr algn="r"/>
            <a:r>
              <a:rPr lang="id-ID" noProof="1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gain more knowledge about school subjects.</a:t>
            </a:r>
          </a:p>
        </p:txBody>
      </p:sp>
      <p:sp>
        <p:nvSpPr>
          <p:cNvPr id="13" name="Rectangle: Top Corners Rounded 12">
            <a:extLst>
              <a:ext uri="{FF2B5EF4-FFF2-40B4-BE49-F238E27FC236}">
                <a16:creationId xmlns:a16="http://schemas.microsoft.com/office/drawing/2014/main" id="{1C0DA1D9-AD81-0289-F170-F913AEE1F8B8}"/>
              </a:ext>
            </a:extLst>
          </p:cNvPr>
          <p:cNvSpPr/>
          <p:nvPr/>
        </p:nvSpPr>
        <p:spPr>
          <a:xfrm flipV="1">
            <a:off x="1822216" y="876301"/>
            <a:ext cx="1961863" cy="5981698"/>
          </a:xfrm>
          <a:prstGeom prst="round2Same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4E5DBC9-4C52-AF5B-4398-87B3CEE94624}"/>
              </a:ext>
            </a:extLst>
          </p:cNvPr>
          <p:cNvCxnSpPr>
            <a:cxnSpLocks/>
          </p:cNvCxnSpPr>
          <p:nvPr/>
        </p:nvCxnSpPr>
        <p:spPr>
          <a:xfrm>
            <a:off x="1988457" y="1510694"/>
            <a:ext cx="1625600" cy="59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E56C4F0-6D1B-39D4-D863-D0212372A056}"/>
              </a:ext>
            </a:extLst>
          </p:cNvPr>
          <p:cNvCxnSpPr>
            <a:cxnSpLocks/>
          </p:cNvCxnSpPr>
          <p:nvPr/>
        </p:nvCxnSpPr>
        <p:spPr>
          <a:xfrm>
            <a:off x="1983283" y="5829531"/>
            <a:ext cx="1625600" cy="595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AD0B967-3205-420F-9623-1C830C2EE03F}"/>
              </a:ext>
            </a:extLst>
          </p:cNvPr>
          <p:cNvSpPr txBox="1"/>
          <p:nvPr/>
        </p:nvSpPr>
        <p:spPr>
          <a:xfrm>
            <a:off x="3799367" y="3773838"/>
            <a:ext cx="6599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200" b="1" noProof="1">
                <a:latin typeface="Algerian" panose="04020705040A02060702" pitchFamily="82" charset="0"/>
              </a:rPr>
              <a:t>What’s new 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CFB322-E0AD-2948-0212-00ABCD5B66AB}"/>
              </a:ext>
            </a:extLst>
          </p:cNvPr>
          <p:cNvSpPr txBox="1"/>
          <p:nvPr/>
        </p:nvSpPr>
        <p:spPr>
          <a:xfrm>
            <a:off x="3974508" y="4518028"/>
            <a:ext cx="6102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noProof="1">
                <a:latin typeface="Arial" panose="020B0604020202020204" pitchFamily="34" charset="0"/>
                <a:cs typeface="Arial" panose="020B0604020202020204" pitchFamily="34" charset="0"/>
              </a:rPr>
              <a:t>Lorem ipsum dolor sit amet, consectetur adipisicing elit.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4FC4C49-2C53-2660-3765-9B30F825C806}"/>
              </a:ext>
            </a:extLst>
          </p:cNvPr>
          <p:cNvCxnSpPr>
            <a:cxnSpLocks/>
          </p:cNvCxnSpPr>
          <p:nvPr/>
        </p:nvCxnSpPr>
        <p:spPr>
          <a:xfrm>
            <a:off x="4138208" y="4347242"/>
            <a:ext cx="5852596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5E8F1E9-D9F3-9261-23C7-07BB228834E4}"/>
              </a:ext>
            </a:extLst>
          </p:cNvPr>
          <p:cNvSpPr txBox="1"/>
          <p:nvPr/>
        </p:nvSpPr>
        <p:spPr>
          <a:xfrm>
            <a:off x="3799367" y="5356611"/>
            <a:ext cx="6599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3200" b="1" noProof="1">
                <a:latin typeface="Algerian" panose="04020705040A02060702" pitchFamily="82" charset="0"/>
              </a:rPr>
              <a:t>Features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75A96C-8D61-4DDD-B4C2-BA019BCA6E8E}"/>
              </a:ext>
            </a:extLst>
          </p:cNvPr>
          <p:cNvSpPr txBox="1"/>
          <p:nvPr/>
        </p:nvSpPr>
        <p:spPr>
          <a:xfrm>
            <a:off x="3974508" y="6100801"/>
            <a:ext cx="6102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d-ID" noProof="1">
                <a:latin typeface="Arial" panose="020B0604020202020204" pitchFamily="34" charset="0"/>
                <a:cs typeface="Arial" panose="020B0604020202020204" pitchFamily="34" charset="0"/>
              </a:rPr>
              <a:t>Lorem ipsum dolor sit amet, consectetur adipisicing elit.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DCEE3A6-5719-5560-70A1-EA5F5F688F29}"/>
              </a:ext>
            </a:extLst>
          </p:cNvPr>
          <p:cNvCxnSpPr>
            <a:cxnSpLocks/>
          </p:cNvCxnSpPr>
          <p:nvPr/>
        </p:nvCxnSpPr>
        <p:spPr>
          <a:xfrm>
            <a:off x="4138208" y="5930015"/>
            <a:ext cx="5852596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3AD56292-79AE-D673-D1A7-F7D2B3594370}"/>
              </a:ext>
            </a:extLst>
          </p:cNvPr>
          <p:cNvSpPr txBox="1"/>
          <p:nvPr/>
        </p:nvSpPr>
        <p:spPr>
          <a:xfrm>
            <a:off x="1822216" y="110219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705219-13E5-C255-89AC-B07543973419}"/>
              </a:ext>
            </a:extLst>
          </p:cNvPr>
          <p:cNvSpPr txBox="1"/>
          <p:nvPr/>
        </p:nvSpPr>
        <p:spPr>
          <a:xfrm>
            <a:off x="1822216" y="182355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E55CB2E-4953-54ED-56E3-B4DDA364CBF4}"/>
              </a:ext>
            </a:extLst>
          </p:cNvPr>
          <p:cNvSpPr txBox="1"/>
          <p:nvPr/>
        </p:nvSpPr>
        <p:spPr>
          <a:xfrm>
            <a:off x="1811956" y="253729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Quizzes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0487E17-5721-27CB-8FF1-941ECF856325}"/>
              </a:ext>
            </a:extLst>
          </p:cNvPr>
          <p:cNvSpPr txBox="1"/>
          <p:nvPr/>
        </p:nvSpPr>
        <p:spPr>
          <a:xfrm>
            <a:off x="1812056" y="5419588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2520B8-B608-FDE7-B5B2-FFC5FE74CDAB}"/>
              </a:ext>
            </a:extLst>
          </p:cNvPr>
          <p:cNvSpPr txBox="1"/>
          <p:nvPr/>
        </p:nvSpPr>
        <p:spPr>
          <a:xfrm>
            <a:off x="1801796" y="6133328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F4EF44D-A1F2-644A-D803-69CA793EF19C}"/>
              </a:ext>
            </a:extLst>
          </p:cNvPr>
          <p:cNvSpPr txBox="1"/>
          <p:nvPr/>
        </p:nvSpPr>
        <p:spPr>
          <a:xfrm>
            <a:off x="1852898" y="3265975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9E5836-516C-B60A-9F2A-315A8A51EDDE}"/>
              </a:ext>
            </a:extLst>
          </p:cNvPr>
          <p:cNvSpPr txBox="1"/>
          <p:nvPr/>
        </p:nvSpPr>
        <p:spPr>
          <a:xfrm>
            <a:off x="1842638" y="3979715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AI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3C60AFB-4EEE-57E7-9B6E-9A7D4A6355D8}"/>
              </a:ext>
            </a:extLst>
          </p:cNvPr>
          <p:cNvSpPr txBox="1"/>
          <p:nvPr/>
        </p:nvSpPr>
        <p:spPr>
          <a:xfrm>
            <a:off x="1990961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</p:spTree>
    <p:extLst>
      <p:ext uri="{BB962C8B-B14F-4D97-AF65-F5344CB8AC3E}">
        <p14:creationId xmlns:p14="http://schemas.microsoft.com/office/powerpoint/2010/main" val="8441499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33613-2F3E-5B98-6CA2-FA07C8EB3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49AAC7D-8F0D-DA84-C936-68C2F228BF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8C77AF1-0874-E975-0DAD-5F8960643FD6}"/>
              </a:ext>
            </a:extLst>
          </p:cNvPr>
          <p:cNvSpPr/>
          <p:nvPr/>
        </p:nvSpPr>
        <p:spPr>
          <a:xfrm>
            <a:off x="1786270" y="0"/>
            <a:ext cx="8633637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BCFF536-9C68-2B49-F1AC-3559D16DA761}"/>
              </a:ext>
            </a:extLst>
          </p:cNvPr>
          <p:cNvSpPr/>
          <p:nvPr/>
        </p:nvSpPr>
        <p:spPr>
          <a:xfrm flipV="1">
            <a:off x="1822216" y="876301"/>
            <a:ext cx="1961863" cy="5981698"/>
          </a:xfrm>
          <a:prstGeom prst="round2Same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B5C36-7AC5-1CA1-6F6A-4B7FB3198457}"/>
              </a:ext>
            </a:extLst>
          </p:cNvPr>
          <p:cNvSpPr txBox="1"/>
          <p:nvPr/>
        </p:nvSpPr>
        <p:spPr>
          <a:xfrm>
            <a:off x="1822216" y="110219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145EE83-9D86-B799-811B-3AAD934C2DC1}"/>
              </a:ext>
            </a:extLst>
          </p:cNvPr>
          <p:cNvCxnSpPr>
            <a:cxnSpLocks/>
          </p:cNvCxnSpPr>
          <p:nvPr/>
        </p:nvCxnSpPr>
        <p:spPr>
          <a:xfrm>
            <a:off x="1988457" y="1510694"/>
            <a:ext cx="1625600" cy="59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787CEBC-F565-C6D2-1D76-AB45B75C0232}"/>
              </a:ext>
            </a:extLst>
          </p:cNvPr>
          <p:cNvSpPr txBox="1"/>
          <p:nvPr/>
        </p:nvSpPr>
        <p:spPr>
          <a:xfrm>
            <a:off x="1822216" y="182355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550ED7-7382-2E2B-5216-27E149B016D2}"/>
              </a:ext>
            </a:extLst>
          </p:cNvPr>
          <p:cNvSpPr txBox="1"/>
          <p:nvPr/>
        </p:nvSpPr>
        <p:spPr>
          <a:xfrm>
            <a:off x="1811956" y="253729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Quizzes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9F90BB-F9F7-E757-3344-F2265B2581C7}"/>
              </a:ext>
            </a:extLst>
          </p:cNvPr>
          <p:cNvSpPr txBox="1"/>
          <p:nvPr/>
        </p:nvSpPr>
        <p:spPr>
          <a:xfrm>
            <a:off x="1812056" y="5419588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E8C3EF-6DE6-A4E5-5736-B5C34E3C18CD}"/>
              </a:ext>
            </a:extLst>
          </p:cNvPr>
          <p:cNvSpPr txBox="1"/>
          <p:nvPr/>
        </p:nvSpPr>
        <p:spPr>
          <a:xfrm>
            <a:off x="1801796" y="6133328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72DD0-D1F0-580B-3275-5040AE2C7E79}"/>
              </a:ext>
            </a:extLst>
          </p:cNvPr>
          <p:cNvSpPr txBox="1"/>
          <p:nvPr/>
        </p:nvSpPr>
        <p:spPr>
          <a:xfrm>
            <a:off x="1852898" y="3265975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0497CD-6DA9-1B68-032C-9769AC834BEA}"/>
              </a:ext>
            </a:extLst>
          </p:cNvPr>
          <p:cNvSpPr txBox="1"/>
          <p:nvPr/>
        </p:nvSpPr>
        <p:spPr>
          <a:xfrm>
            <a:off x="1842638" y="3979715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AI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2D583F-2D68-A281-EE07-CB62ED25FF32}"/>
              </a:ext>
            </a:extLst>
          </p:cNvPr>
          <p:cNvCxnSpPr>
            <a:cxnSpLocks/>
          </p:cNvCxnSpPr>
          <p:nvPr/>
        </p:nvCxnSpPr>
        <p:spPr>
          <a:xfrm>
            <a:off x="1983283" y="5829531"/>
            <a:ext cx="1625600" cy="595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100B35D2-0895-4AFE-1E8B-74B928933A62}"/>
              </a:ext>
            </a:extLst>
          </p:cNvPr>
          <p:cNvSpPr/>
          <p:nvPr/>
        </p:nvSpPr>
        <p:spPr>
          <a:xfrm>
            <a:off x="1786270" y="1"/>
            <a:ext cx="8633637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F653683-DC96-C22B-11CF-78111A6D0AA7}"/>
              </a:ext>
            </a:extLst>
          </p:cNvPr>
          <p:cNvSpPr txBox="1"/>
          <p:nvPr/>
        </p:nvSpPr>
        <p:spPr>
          <a:xfrm>
            <a:off x="3780298" y="1052764"/>
            <a:ext cx="6592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noProof="1">
                <a:latin typeface="Script MT Bold" panose="03040602040607080904" pitchFamily="66" charset="0"/>
              </a:rPr>
              <a:t>Exercises</a:t>
            </a:r>
            <a:endParaRPr lang="id-ID" sz="4000" b="1" noProof="1">
              <a:latin typeface="Script MT Bold" panose="03040602040607080904" pitchFamily="66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9FE446A-0901-F7C5-382F-604DDF2017A7}"/>
              </a:ext>
            </a:extLst>
          </p:cNvPr>
          <p:cNvCxnSpPr>
            <a:cxnSpLocks/>
          </p:cNvCxnSpPr>
          <p:nvPr/>
        </p:nvCxnSpPr>
        <p:spPr>
          <a:xfrm>
            <a:off x="4093828" y="1739969"/>
            <a:ext cx="5956183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068C17B-7514-5C03-B3A8-12AEC773A673}"/>
              </a:ext>
            </a:extLst>
          </p:cNvPr>
          <p:cNvSpPr txBox="1"/>
          <p:nvPr/>
        </p:nvSpPr>
        <p:spPr>
          <a:xfrm>
            <a:off x="3776394" y="1948809"/>
            <a:ext cx="6592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noProof="1">
                <a:latin typeface="+mj-lt"/>
              </a:rPr>
              <a:t>Lets see how far is your knowledge</a:t>
            </a:r>
          </a:p>
          <a:p>
            <a:pPr algn="ctr"/>
            <a:r>
              <a:rPr lang="en-ID" sz="2000" noProof="1">
                <a:latin typeface="+mj-lt"/>
              </a:rPr>
              <a:t>by doing some exercises..</a:t>
            </a:r>
            <a:endParaRPr lang="id-ID" sz="2000" noProof="1">
              <a:latin typeface="+mj-lt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69C1EA1-9C3C-914B-EA1E-B1D1243832DD}"/>
              </a:ext>
            </a:extLst>
          </p:cNvPr>
          <p:cNvSpPr/>
          <p:nvPr/>
        </p:nvSpPr>
        <p:spPr>
          <a:xfrm>
            <a:off x="4110446" y="2830586"/>
            <a:ext cx="2778626" cy="1950221"/>
          </a:xfrm>
          <a:prstGeom prst="rect">
            <a:avLst/>
          </a:prstGeom>
          <a:solidFill>
            <a:srgbClr val="FFFF0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41874C-DFDB-2178-63FC-61C92AEF9638}"/>
              </a:ext>
            </a:extLst>
          </p:cNvPr>
          <p:cNvSpPr txBox="1"/>
          <p:nvPr/>
        </p:nvSpPr>
        <p:spPr>
          <a:xfrm>
            <a:off x="4102914" y="4224077"/>
            <a:ext cx="27861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Exercise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8F87B6-925C-2736-D7A2-8B99C86D8DDE}"/>
              </a:ext>
            </a:extLst>
          </p:cNvPr>
          <p:cNvSpPr txBox="1"/>
          <p:nvPr/>
        </p:nvSpPr>
        <p:spPr>
          <a:xfrm>
            <a:off x="4110446" y="4914423"/>
            <a:ext cx="2770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noProof="1">
                <a:latin typeface="+mj-lt"/>
              </a:rPr>
              <a:t>Make your own exercise, so that other peoples could join your exercise.</a:t>
            </a:r>
            <a:endParaRPr lang="id-ID" sz="1600" noProof="1">
              <a:latin typeface="+mj-lt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6292056-DDE3-39D6-9F33-C783988116FC}"/>
              </a:ext>
            </a:extLst>
          </p:cNvPr>
          <p:cNvSpPr/>
          <p:nvPr/>
        </p:nvSpPr>
        <p:spPr>
          <a:xfrm>
            <a:off x="4100186" y="2825372"/>
            <a:ext cx="2800796" cy="30605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7709E48-E914-6C64-161A-EE46BA41007D}"/>
              </a:ext>
            </a:extLst>
          </p:cNvPr>
          <p:cNvSpPr/>
          <p:nvPr/>
        </p:nvSpPr>
        <p:spPr>
          <a:xfrm>
            <a:off x="5084449" y="3346438"/>
            <a:ext cx="832269" cy="831600"/>
          </a:xfrm>
          <a:prstGeom prst="ellipse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6600" b="1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C61AD7-6E13-1FF1-23C2-164B066C1345}"/>
              </a:ext>
            </a:extLst>
          </p:cNvPr>
          <p:cNvSpPr/>
          <p:nvPr/>
        </p:nvSpPr>
        <p:spPr>
          <a:xfrm>
            <a:off x="7144483" y="2825372"/>
            <a:ext cx="2892388" cy="1950221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11D93A9-9C2D-4C27-254C-E63316F01857}"/>
              </a:ext>
            </a:extLst>
          </p:cNvPr>
          <p:cNvSpPr/>
          <p:nvPr/>
        </p:nvSpPr>
        <p:spPr>
          <a:xfrm>
            <a:off x="7144483" y="2820158"/>
            <a:ext cx="2904298" cy="30605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0665FDFC-E994-8736-CEBA-7BD636C07381}"/>
              </a:ext>
            </a:extLst>
          </p:cNvPr>
          <p:cNvSpPr/>
          <p:nvPr/>
        </p:nvSpPr>
        <p:spPr>
          <a:xfrm>
            <a:off x="8134431" y="3482091"/>
            <a:ext cx="912491" cy="638653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5B1610-DC10-D8D2-84D3-98A9DC59C8D9}"/>
              </a:ext>
            </a:extLst>
          </p:cNvPr>
          <p:cNvSpPr txBox="1"/>
          <p:nvPr/>
        </p:nvSpPr>
        <p:spPr>
          <a:xfrm>
            <a:off x="7132573" y="4232225"/>
            <a:ext cx="29162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 an Exercise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BB63DF-3C20-FD9C-F1DB-098C10B80CA4}"/>
              </a:ext>
            </a:extLst>
          </p:cNvPr>
          <p:cNvSpPr txBox="1"/>
          <p:nvPr/>
        </p:nvSpPr>
        <p:spPr>
          <a:xfrm>
            <a:off x="7168303" y="5019943"/>
            <a:ext cx="2892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1600" noProof="1"/>
              <a:t>Joins somebody exercise and lets see how far you will get.</a:t>
            </a:r>
            <a:endParaRPr lang="id-ID" sz="1600" noProof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6AFC95E-5AC4-A46C-E4EB-F0D1404BC9D9}"/>
              </a:ext>
            </a:extLst>
          </p:cNvPr>
          <p:cNvSpPr txBox="1"/>
          <p:nvPr/>
        </p:nvSpPr>
        <p:spPr>
          <a:xfrm>
            <a:off x="1990961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</p:spTree>
    <p:extLst>
      <p:ext uri="{BB962C8B-B14F-4D97-AF65-F5344CB8AC3E}">
        <p14:creationId xmlns:p14="http://schemas.microsoft.com/office/powerpoint/2010/main" val="31872151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EF5D0-A0F8-95B6-D7D6-16EA7629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2930599-05F9-7861-D1C2-122029665D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B493106-8A88-094D-696B-D91130B051D0}"/>
              </a:ext>
            </a:extLst>
          </p:cNvPr>
          <p:cNvSpPr/>
          <p:nvPr/>
        </p:nvSpPr>
        <p:spPr>
          <a:xfrm>
            <a:off x="1786270" y="0"/>
            <a:ext cx="8633637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07EC4B-FC8D-18C4-8E61-09B38713CC5E}"/>
              </a:ext>
            </a:extLst>
          </p:cNvPr>
          <p:cNvSpPr/>
          <p:nvPr/>
        </p:nvSpPr>
        <p:spPr>
          <a:xfrm>
            <a:off x="3784079" y="890738"/>
            <a:ext cx="6621651" cy="2535882"/>
          </a:xfrm>
          <a:prstGeom prst="rect">
            <a:avLst/>
          </a:prstGeom>
          <a:solidFill>
            <a:srgbClr val="FFFF00"/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1D59720C-AFA1-2C19-F3B6-B6E1CD097DC0}"/>
              </a:ext>
            </a:extLst>
          </p:cNvPr>
          <p:cNvSpPr/>
          <p:nvPr/>
        </p:nvSpPr>
        <p:spPr>
          <a:xfrm flipV="1">
            <a:off x="1822216" y="876301"/>
            <a:ext cx="1961863" cy="5981698"/>
          </a:xfrm>
          <a:prstGeom prst="round2Same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0EA8CF-1CC2-FF31-CA5F-CE5153B6FC65}"/>
              </a:ext>
            </a:extLst>
          </p:cNvPr>
          <p:cNvSpPr txBox="1"/>
          <p:nvPr/>
        </p:nvSpPr>
        <p:spPr>
          <a:xfrm>
            <a:off x="1822216" y="110219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533BA9-0F8D-DD7E-C04E-BA0C5B66089A}"/>
              </a:ext>
            </a:extLst>
          </p:cNvPr>
          <p:cNvCxnSpPr>
            <a:cxnSpLocks/>
          </p:cNvCxnSpPr>
          <p:nvPr/>
        </p:nvCxnSpPr>
        <p:spPr>
          <a:xfrm>
            <a:off x="1988457" y="1510694"/>
            <a:ext cx="1625600" cy="59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AB72E2F-81A7-990B-E040-AE4788757D30}"/>
              </a:ext>
            </a:extLst>
          </p:cNvPr>
          <p:cNvSpPr txBox="1"/>
          <p:nvPr/>
        </p:nvSpPr>
        <p:spPr>
          <a:xfrm>
            <a:off x="1822216" y="182355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F62ABC-C1DC-99EC-C9F9-08D800BCD8CE}"/>
              </a:ext>
            </a:extLst>
          </p:cNvPr>
          <p:cNvSpPr txBox="1"/>
          <p:nvPr/>
        </p:nvSpPr>
        <p:spPr>
          <a:xfrm>
            <a:off x="1811956" y="253729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Quizzes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F24ABD-BD5C-30E0-62A1-83A0CEF75856}"/>
              </a:ext>
            </a:extLst>
          </p:cNvPr>
          <p:cNvSpPr txBox="1"/>
          <p:nvPr/>
        </p:nvSpPr>
        <p:spPr>
          <a:xfrm>
            <a:off x="1812056" y="5419588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736E97-A805-EA41-3678-085188AF983C}"/>
              </a:ext>
            </a:extLst>
          </p:cNvPr>
          <p:cNvSpPr txBox="1"/>
          <p:nvPr/>
        </p:nvSpPr>
        <p:spPr>
          <a:xfrm>
            <a:off x="1801796" y="6133328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445BF2-DF9F-7794-A45F-E4B561A2DE4B}"/>
              </a:ext>
            </a:extLst>
          </p:cNvPr>
          <p:cNvSpPr txBox="1"/>
          <p:nvPr/>
        </p:nvSpPr>
        <p:spPr>
          <a:xfrm>
            <a:off x="1852898" y="3265975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1B9B32-108E-BD94-4BF1-7364870FEA05}"/>
              </a:ext>
            </a:extLst>
          </p:cNvPr>
          <p:cNvSpPr txBox="1"/>
          <p:nvPr/>
        </p:nvSpPr>
        <p:spPr>
          <a:xfrm>
            <a:off x="1842638" y="3979715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AI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A6C5AA-39EE-8B43-BB37-1C603C435AC5}"/>
              </a:ext>
            </a:extLst>
          </p:cNvPr>
          <p:cNvCxnSpPr>
            <a:cxnSpLocks/>
          </p:cNvCxnSpPr>
          <p:nvPr/>
        </p:nvCxnSpPr>
        <p:spPr>
          <a:xfrm>
            <a:off x="1983283" y="5829531"/>
            <a:ext cx="1625600" cy="595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0611D53A-6F45-A2D4-2B61-DC5D70221F86}"/>
              </a:ext>
            </a:extLst>
          </p:cNvPr>
          <p:cNvSpPr/>
          <p:nvPr/>
        </p:nvSpPr>
        <p:spPr>
          <a:xfrm>
            <a:off x="1786270" y="1"/>
            <a:ext cx="8633637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6F439C-1395-C279-70D4-6F1CFFD6E994}"/>
              </a:ext>
            </a:extLst>
          </p:cNvPr>
          <p:cNvSpPr txBox="1"/>
          <p:nvPr/>
        </p:nvSpPr>
        <p:spPr>
          <a:xfrm>
            <a:off x="3780298" y="1552489"/>
            <a:ext cx="6592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noProof="1">
                <a:latin typeface="Script MT Bold" panose="03040602040607080904" pitchFamily="66" charset="0"/>
              </a:rPr>
              <a:t>Create Exercise</a:t>
            </a:r>
            <a:endParaRPr lang="id-ID" sz="4000" b="1" noProof="1">
              <a:latin typeface="Script MT Bold" panose="03040602040607080904" pitchFamily="66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2CB778E-DB46-D816-4010-40865FB05178}"/>
              </a:ext>
            </a:extLst>
          </p:cNvPr>
          <p:cNvCxnSpPr>
            <a:cxnSpLocks/>
          </p:cNvCxnSpPr>
          <p:nvPr/>
        </p:nvCxnSpPr>
        <p:spPr>
          <a:xfrm>
            <a:off x="4093828" y="2239694"/>
            <a:ext cx="5956183" cy="0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C3C777C-3242-E7D2-D33A-D96627E4CE62}"/>
              </a:ext>
            </a:extLst>
          </p:cNvPr>
          <p:cNvSpPr txBox="1"/>
          <p:nvPr/>
        </p:nvSpPr>
        <p:spPr>
          <a:xfrm>
            <a:off x="3776394" y="2448534"/>
            <a:ext cx="6592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noProof="1"/>
              <a:t>Fill these informations below and start to make your own exercise</a:t>
            </a:r>
            <a:endParaRPr lang="id-ID" sz="2000" noProof="1"/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4D48D4FB-33A3-917B-31CF-3A6274ED8143}"/>
              </a:ext>
            </a:extLst>
          </p:cNvPr>
          <p:cNvSpPr/>
          <p:nvPr/>
        </p:nvSpPr>
        <p:spPr>
          <a:xfrm flipH="1">
            <a:off x="3859164" y="975249"/>
            <a:ext cx="404491" cy="404368"/>
          </a:xfrm>
          <a:prstGeom prst="chevron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49B679-D845-C06E-B0D9-5FCBDA9125FA}"/>
              </a:ext>
            </a:extLst>
          </p:cNvPr>
          <p:cNvSpPr txBox="1"/>
          <p:nvPr/>
        </p:nvSpPr>
        <p:spPr>
          <a:xfrm>
            <a:off x="1990961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</p:spTree>
    <p:extLst>
      <p:ext uri="{BB962C8B-B14F-4D97-AF65-F5344CB8AC3E}">
        <p14:creationId xmlns:p14="http://schemas.microsoft.com/office/powerpoint/2010/main" val="3953108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C37B8-37F7-D44E-2369-02F194F6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5A421F-7492-0EB6-9D8D-706744E5403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89EC0F-9074-F3F1-E28C-08DE542762D6}"/>
              </a:ext>
            </a:extLst>
          </p:cNvPr>
          <p:cNvSpPr/>
          <p:nvPr/>
        </p:nvSpPr>
        <p:spPr>
          <a:xfrm>
            <a:off x="1786270" y="0"/>
            <a:ext cx="8633637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FB5CA6-0730-7083-8B7C-779FC8463176}"/>
              </a:ext>
            </a:extLst>
          </p:cNvPr>
          <p:cNvSpPr/>
          <p:nvPr/>
        </p:nvSpPr>
        <p:spPr>
          <a:xfrm>
            <a:off x="3784079" y="890738"/>
            <a:ext cx="6621651" cy="2535882"/>
          </a:xfrm>
          <a:prstGeom prst="rect">
            <a:avLst/>
          </a:prstGeom>
          <a:solidFill>
            <a:srgbClr val="00B0F0"/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DA820AF0-4121-CEA5-1A28-21E681CC114C}"/>
              </a:ext>
            </a:extLst>
          </p:cNvPr>
          <p:cNvSpPr/>
          <p:nvPr/>
        </p:nvSpPr>
        <p:spPr>
          <a:xfrm flipV="1">
            <a:off x="1822216" y="876301"/>
            <a:ext cx="1961863" cy="5981698"/>
          </a:xfrm>
          <a:prstGeom prst="round2Same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E9FF9B-CBA3-425C-DCDD-C6FD65FB376F}"/>
              </a:ext>
            </a:extLst>
          </p:cNvPr>
          <p:cNvSpPr txBox="1"/>
          <p:nvPr/>
        </p:nvSpPr>
        <p:spPr>
          <a:xfrm>
            <a:off x="1822216" y="110219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B1EC86-1580-EFB4-DC73-BAB906DF1F50}"/>
              </a:ext>
            </a:extLst>
          </p:cNvPr>
          <p:cNvCxnSpPr>
            <a:cxnSpLocks/>
          </p:cNvCxnSpPr>
          <p:nvPr/>
        </p:nvCxnSpPr>
        <p:spPr>
          <a:xfrm>
            <a:off x="1988457" y="1510694"/>
            <a:ext cx="1625600" cy="59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BD54D86-337C-9BED-37F3-E0393591E216}"/>
              </a:ext>
            </a:extLst>
          </p:cNvPr>
          <p:cNvSpPr txBox="1"/>
          <p:nvPr/>
        </p:nvSpPr>
        <p:spPr>
          <a:xfrm>
            <a:off x="1822216" y="182355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052ECE-E693-873F-EFD2-CBC422862046}"/>
              </a:ext>
            </a:extLst>
          </p:cNvPr>
          <p:cNvSpPr txBox="1"/>
          <p:nvPr/>
        </p:nvSpPr>
        <p:spPr>
          <a:xfrm>
            <a:off x="1811956" y="253729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Quizzes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893EC4-3C8B-CF44-C15A-733AE70EA920}"/>
              </a:ext>
            </a:extLst>
          </p:cNvPr>
          <p:cNvSpPr txBox="1"/>
          <p:nvPr/>
        </p:nvSpPr>
        <p:spPr>
          <a:xfrm>
            <a:off x="1812056" y="5419588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51F074-B305-4D72-D415-BDDD38043BBF}"/>
              </a:ext>
            </a:extLst>
          </p:cNvPr>
          <p:cNvSpPr txBox="1"/>
          <p:nvPr/>
        </p:nvSpPr>
        <p:spPr>
          <a:xfrm>
            <a:off x="1801796" y="6133328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3FB266-DEE5-52D7-9319-7B1A16FBCCDC}"/>
              </a:ext>
            </a:extLst>
          </p:cNvPr>
          <p:cNvSpPr txBox="1"/>
          <p:nvPr/>
        </p:nvSpPr>
        <p:spPr>
          <a:xfrm>
            <a:off x="1852898" y="3265975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E4A328-AEFC-588F-B955-C633582A817E}"/>
              </a:ext>
            </a:extLst>
          </p:cNvPr>
          <p:cNvSpPr txBox="1"/>
          <p:nvPr/>
        </p:nvSpPr>
        <p:spPr>
          <a:xfrm>
            <a:off x="1842638" y="3979715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AI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2AF8DE-44EE-3DCA-B8A8-7AF6E2B21801}"/>
              </a:ext>
            </a:extLst>
          </p:cNvPr>
          <p:cNvCxnSpPr>
            <a:cxnSpLocks/>
          </p:cNvCxnSpPr>
          <p:nvPr/>
        </p:nvCxnSpPr>
        <p:spPr>
          <a:xfrm>
            <a:off x="1983283" y="5829531"/>
            <a:ext cx="1625600" cy="595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199CC638-98B4-3260-ECD2-C7BC537EAAD7}"/>
              </a:ext>
            </a:extLst>
          </p:cNvPr>
          <p:cNvSpPr/>
          <p:nvPr/>
        </p:nvSpPr>
        <p:spPr>
          <a:xfrm>
            <a:off x="1786270" y="1"/>
            <a:ext cx="8633637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9ED535-C226-3310-C3B5-806379E05373}"/>
              </a:ext>
            </a:extLst>
          </p:cNvPr>
          <p:cNvSpPr txBox="1"/>
          <p:nvPr/>
        </p:nvSpPr>
        <p:spPr>
          <a:xfrm>
            <a:off x="3780298" y="1552489"/>
            <a:ext cx="6592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4000" b="1" noProof="1">
                <a:latin typeface="Script MT Bold" panose="03040602040607080904" pitchFamily="66" charset="0"/>
              </a:rPr>
              <a:t>Join Exercise</a:t>
            </a:r>
            <a:endParaRPr lang="id-ID" sz="4000" b="1" noProof="1">
              <a:latin typeface="Script MT Bold" panose="03040602040607080904" pitchFamily="66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C71F372-B29B-9EF3-759A-25E3BEAE6AC2}"/>
              </a:ext>
            </a:extLst>
          </p:cNvPr>
          <p:cNvCxnSpPr>
            <a:cxnSpLocks/>
          </p:cNvCxnSpPr>
          <p:nvPr/>
        </p:nvCxnSpPr>
        <p:spPr>
          <a:xfrm>
            <a:off x="4093828" y="2239694"/>
            <a:ext cx="5956183" cy="0"/>
          </a:xfrm>
          <a:prstGeom prst="line">
            <a:avLst/>
          </a:prstGeom>
          <a:ln w="381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A4914FC-A9EE-5923-5F2A-33F7DE59E97B}"/>
              </a:ext>
            </a:extLst>
          </p:cNvPr>
          <p:cNvSpPr txBox="1"/>
          <p:nvPr/>
        </p:nvSpPr>
        <p:spPr>
          <a:xfrm>
            <a:off x="3776394" y="2448534"/>
            <a:ext cx="65929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2000" noProof="1"/>
              <a:t>Select the join method, and then get ready to start the exercises.</a:t>
            </a:r>
            <a:endParaRPr lang="id-ID" sz="2000" noProof="1"/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590F258E-84D4-9CB7-6CC8-B44676475C24}"/>
              </a:ext>
            </a:extLst>
          </p:cNvPr>
          <p:cNvSpPr/>
          <p:nvPr/>
        </p:nvSpPr>
        <p:spPr>
          <a:xfrm flipH="1">
            <a:off x="3859164" y="975249"/>
            <a:ext cx="404491" cy="404368"/>
          </a:xfrm>
          <a:prstGeom prst="chevron">
            <a:avLst/>
          </a:prstGeom>
          <a:solidFill>
            <a:srgbClr val="FF0000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D79D49-9A08-449F-8686-9FCCEE1D0CA9}"/>
              </a:ext>
            </a:extLst>
          </p:cNvPr>
          <p:cNvSpPr txBox="1"/>
          <p:nvPr/>
        </p:nvSpPr>
        <p:spPr>
          <a:xfrm>
            <a:off x="1990961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</p:spTree>
    <p:extLst>
      <p:ext uri="{BB962C8B-B14F-4D97-AF65-F5344CB8AC3E}">
        <p14:creationId xmlns:p14="http://schemas.microsoft.com/office/powerpoint/2010/main" val="8615497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3A23-6EDF-2752-D38F-672F9ED1E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BF8CC90-E630-8EF5-4BB3-3297261BD4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8A871B-A589-F352-FABA-D3665C9C6356}"/>
              </a:ext>
            </a:extLst>
          </p:cNvPr>
          <p:cNvSpPr/>
          <p:nvPr/>
        </p:nvSpPr>
        <p:spPr>
          <a:xfrm>
            <a:off x="1786270" y="0"/>
            <a:ext cx="8633637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9D101238-1461-39C6-B2F2-2E93861F502C}"/>
              </a:ext>
            </a:extLst>
          </p:cNvPr>
          <p:cNvSpPr/>
          <p:nvPr/>
        </p:nvSpPr>
        <p:spPr>
          <a:xfrm flipV="1">
            <a:off x="1822216" y="876301"/>
            <a:ext cx="1961863" cy="5981698"/>
          </a:xfrm>
          <a:prstGeom prst="round2Same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C2D3E8-8A62-51ED-6CB8-EC680E68136F}"/>
              </a:ext>
            </a:extLst>
          </p:cNvPr>
          <p:cNvSpPr txBox="1"/>
          <p:nvPr/>
        </p:nvSpPr>
        <p:spPr>
          <a:xfrm>
            <a:off x="1822216" y="110219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554845-9228-A70E-E783-97DB49B3D010}"/>
              </a:ext>
            </a:extLst>
          </p:cNvPr>
          <p:cNvCxnSpPr>
            <a:cxnSpLocks/>
          </p:cNvCxnSpPr>
          <p:nvPr/>
        </p:nvCxnSpPr>
        <p:spPr>
          <a:xfrm>
            <a:off x="1988457" y="1510694"/>
            <a:ext cx="1625600" cy="59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7620A6E-8E7B-63BD-A689-2D96FFD9CA85}"/>
              </a:ext>
            </a:extLst>
          </p:cNvPr>
          <p:cNvSpPr txBox="1"/>
          <p:nvPr/>
        </p:nvSpPr>
        <p:spPr>
          <a:xfrm>
            <a:off x="1822216" y="182355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C3B16A-F6A3-297C-69D0-00B527149D83}"/>
              </a:ext>
            </a:extLst>
          </p:cNvPr>
          <p:cNvSpPr txBox="1"/>
          <p:nvPr/>
        </p:nvSpPr>
        <p:spPr>
          <a:xfrm>
            <a:off x="1811956" y="253729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Quizzes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C3A06-6B2B-D5E8-C675-200E7B27E951}"/>
              </a:ext>
            </a:extLst>
          </p:cNvPr>
          <p:cNvSpPr txBox="1"/>
          <p:nvPr/>
        </p:nvSpPr>
        <p:spPr>
          <a:xfrm>
            <a:off x="1812056" y="5419588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104EA8-2375-1522-58CA-22EA09EB6755}"/>
              </a:ext>
            </a:extLst>
          </p:cNvPr>
          <p:cNvSpPr txBox="1"/>
          <p:nvPr/>
        </p:nvSpPr>
        <p:spPr>
          <a:xfrm>
            <a:off x="1801796" y="6133328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554EE3-5496-56F3-9E50-6E15CE79F61F}"/>
              </a:ext>
            </a:extLst>
          </p:cNvPr>
          <p:cNvSpPr txBox="1"/>
          <p:nvPr/>
        </p:nvSpPr>
        <p:spPr>
          <a:xfrm>
            <a:off x="1852898" y="3265975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CB839B-0205-9F7F-21DB-1726D31F3AA8}"/>
              </a:ext>
            </a:extLst>
          </p:cNvPr>
          <p:cNvSpPr txBox="1"/>
          <p:nvPr/>
        </p:nvSpPr>
        <p:spPr>
          <a:xfrm>
            <a:off x="1842638" y="3979715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AI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9F7A287-5DB2-305D-AA81-1C1B90819D0E}"/>
              </a:ext>
            </a:extLst>
          </p:cNvPr>
          <p:cNvCxnSpPr>
            <a:cxnSpLocks/>
          </p:cNvCxnSpPr>
          <p:nvPr/>
        </p:nvCxnSpPr>
        <p:spPr>
          <a:xfrm>
            <a:off x="1983283" y="5829531"/>
            <a:ext cx="1625600" cy="595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CED5533C-2FCF-D085-DE31-334D7F868AD1}"/>
              </a:ext>
            </a:extLst>
          </p:cNvPr>
          <p:cNvSpPr/>
          <p:nvPr/>
        </p:nvSpPr>
        <p:spPr>
          <a:xfrm>
            <a:off x="1786270" y="1"/>
            <a:ext cx="8633637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B2B198-A4D4-25CB-A7AB-A25701020063}"/>
              </a:ext>
            </a:extLst>
          </p:cNvPr>
          <p:cNvSpPr txBox="1"/>
          <p:nvPr/>
        </p:nvSpPr>
        <p:spPr>
          <a:xfrm>
            <a:off x="1990961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</p:spTree>
    <p:extLst>
      <p:ext uri="{BB962C8B-B14F-4D97-AF65-F5344CB8AC3E}">
        <p14:creationId xmlns:p14="http://schemas.microsoft.com/office/powerpoint/2010/main" val="1767412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1FE0B-4B4A-E6B9-F10E-3919B031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7C5413-CEBA-024D-ADC5-7349CFE6EDA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A917F6-C2F0-EF7F-A5D8-171585A81C72}"/>
              </a:ext>
            </a:extLst>
          </p:cNvPr>
          <p:cNvSpPr/>
          <p:nvPr/>
        </p:nvSpPr>
        <p:spPr>
          <a:xfrm>
            <a:off x="1786270" y="0"/>
            <a:ext cx="8633637" cy="6858000"/>
          </a:xfrm>
          <a:prstGeom prst="roundRect">
            <a:avLst>
              <a:gd name="adj" fmla="val 9529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239DFADB-1BCC-B9E1-AA14-B87A4BB9ED33}"/>
              </a:ext>
            </a:extLst>
          </p:cNvPr>
          <p:cNvSpPr/>
          <p:nvPr/>
        </p:nvSpPr>
        <p:spPr>
          <a:xfrm flipV="1">
            <a:off x="1822216" y="876301"/>
            <a:ext cx="1961863" cy="5981698"/>
          </a:xfrm>
          <a:prstGeom prst="round2SameRect">
            <a:avLst/>
          </a:prstGeom>
          <a:solidFill>
            <a:schemeClr val="accent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046182-15F9-9E2B-A20C-A894EFD9AF72}"/>
              </a:ext>
            </a:extLst>
          </p:cNvPr>
          <p:cNvSpPr txBox="1"/>
          <p:nvPr/>
        </p:nvSpPr>
        <p:spPr>
          <a:xfrm>
            <a:off x="1822216" y="110219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Home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81E95B0-8A09-86E0-4F0E-A993C73DA79C}"/>
              </a:ext>
            </a:extLst>
          </p:cNvPr>
          <p:cNvCxnSpPr>
            <a:cxnSpLocks/>
          </p:cNvCxnSpPr>
          <p:nvPr/>
        </p:nvCxnSpPr>
        <p:spPr>
          <a:xfrm>
            <a:off x="1988457" y="1510694"/>
            <a:ext cx="1625600" cy="595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FC5FC55-F624-C194-F612-9A69822423CC}"/>
              </a:ext>
            </a:extLst>
          </p:cNvPr>
          <p:cNvSpPr txBox="1"/>
          <p:nvPr/>
        </p:nvSpPr>
        <p:spPr>
          <a:xfrm>
            <a:off x="1822216" y="182355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Learning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A79BD0-8B0A-A56B-25D1-4807552D2C63}"/>
              </a:ext>
            </a:extLst>
          </p:cNvPr>
          <p:cNvSpPr txBox="1"/>
          <p:nvPr/>
        </p:nvSpPr>
        <p:spPr>
          <a:xfrm>
            <a:off x="1811956" y="2537294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Quizzes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EA3A33-8466-2989-B116-E1B720114F81}"/>
              </a:ext>
            </a:extLst>
          </p:cNvPr>
          <p:cNvSpPr txBox="1"/>
          <p:nvPr/>
        </p:nvSpPr>
        <p:spPr>
          <a:xfrm>
            <a:off x="1812056" y="5419588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58F5F9-45F0-534E-9AC3-A4FACD4E6D29}"/>
              </a:ext>
            </a:extLst>
          </p:cNvPr>
          <p:cNvSpPr txBox="1"/>
          <p:nvPr/>
        </p:nvSpPr>
        <p:spPr>
          <a:xfrm>
            <a:off x="1801796" y="6133328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4215D-3A19-6AC4-B2A7-E4B89DC0C64B}"/>
              </a:ext>
            </a:extLst>
          </p:cNvPr>
          <p:cNvSpPr txBox="1"/>
          <p:nvPr/>
        </p:nvSpPr>
        <p:spPr>
          <a:xfrm>
            <a:off x="1852898" y="3265975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F518DC-90EB-AB8B-1901-4624D410EF4E}"/>
              </a:ext>
            </a:extLst>
          </p:cNvPr>
          <p:cNvSpPr txBox="1"/>
          <p:nvPr/>
        </p:nvSpPr>
        <p:spPr>
          <a:xfrm>
            <a:off x="1842638" y="3979715"/>
            <a:ext cx="19465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d-ID" sz="2000" noProof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Ask AI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6510E0-342B-5762-6672-ED4AED6611C2}"/>
              </a:ext>
            </a:extLst>
          </p:cNvPr>
          <p:cNvCxnSpPr>
            <a:cxnSpLocks/>
          </p:cNvCxnSpPr>
          <p:nvPr/>
        </p:nvCxnSpPr>
        <p:spPr>
          <a:xfrm>
            <a:off x="1983283" y="5829531"/>
            <a:ext cx="1625600" cy="595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Top Corners Rounded 13">
            <a:extLst>
              <a:ext uri="{FF2B5EF4-FFF2-40B4-BE49-F238E27FC236}">
                <a16:creationId xmlns:a16="http://schemas.microsoft.com/office/drawing/2014/main" id="{5A53BBDF-AA52-D6FB-86D4-2454DBEAE60F}"/>
              </a:ext>
            </a:extLst>
          </p:cNvPr>
          <p:cNvSpPr/>
          <p:nvPr/>
        </p:nvSpPr>
        <p:spPr>
          <a:xfrm>
            <a:off x="1786270" y="1"/>
            <a:ext cx="8633637" cy="8763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68626C-C219-A15B-05F5-50E57E434191}"/>
              </a:ext>
            </a:extLst>
          </p:cNvPr>
          <p:cNvSpPr txBox="1"/>
          <p:nvPr/>
        </p:nvSpPr>
        <p:spPr>
          <a:xfrm>
            <a:off x="1990961" y="194646"/>
            <a:ext cx="3155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2800" b="1" noProof="1">
                <a:solidFill>
                  <a:schemeClr val="bg1"/>
                </a:solidFill>
                <a:latin typeface="Copperplate Gothic Light" panose="020E0507020206020404" pitchFamily="34" charset="0"/>
              </a:rPr>
              <a:t>SchooLearn</a:t>
            </a:r>
          </a:p>
        </p:txBody>
      </p:sp>
    </p:spTree>
    <p:extLst>
      <p:ext uri="{BB962C8B-B14F-4D97-AF65-F5344CB8AC3E}">
        <p14:creationId xmlns:p14="http://schemas.microsoft.com/office/powerpoint/2010/main" val="4076403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FC5BA-116A-C6BB-0240-FAF1A9F28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8BCB99A-8EF3-84E9-8B91-48537A9272A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B895F-7F38-F4FA-955A-55C9E1A58E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id-ID" sz="4400" b="1" noProof="1">
                <a:solidFill>
                  <a:schemeClr val="bg1"/>
                </a:solidFill>
                <a:latin typeface="Arial Rounded MT Bold" panose="020F0704030504030204" pitchFamily="34" charset="0"/>
              </a:rPr>
              <a:t>XLRG (&gt;1440px)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CCE1C-FA5A-A501-AD4E-370837F5DC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id-ID" sz="4000" noProof="1">
                <a:solidFill>
                  <a:schemeClr val="bg1"/>
                </a:solidFill>
              </a:rPr>
              <a:t>Larger than Laptops</a:t>
            </a:r>
          </a:p>
        </p:txBody>
      </p:sp>
    </p:spTree>
    <p:extLst>
      <p:ext uri="{BB962C8B-B14F-4D97-AF65-F5344CB8AC3E}">
        <p14:creationId xmlns:p14="http://schemas.microsoft.com/office/powerpoint/2010/main" val="3921246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602</Words>
  <Application>Microsoft Office PowerPoint</Application>
  <PresentationFormat>Widescreen</PresentationFormat>
  <Paragraphs>221</Paragraphs>
  <Slides>27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Algerian</vt:lpstr>
      <vt:lpstr>Aptos Display</vt:lpstr>
      <vt:lpstr>Arial</vt:lpstr>
      <vt:lpstr>Arial Black</vt:lpstr>
      <vt:lpstr>Arial Rounded MT Bold</vt:lpstr>
      <vt:lpstr>Calibri</vt:lpstr>
      <vt:lpstr>Calibri Light</vt:lpstr>
      <vt:lpstr>Copperplate Gothic Light</vt:lpstr>
      <vt:lpstr>Courier New</vt:lpstr>
      <vt:lpstr>Script MT Bold</vt:lpstr>
      <vt:lpstr>Office Theme</vt:lpstr>
      <vt:lpstr>Project: “SchooLearn”</vt:lpstr>
      <vt:lpstr>Home Page</vt:lpstr>
      <vt:lpstr>Learning Page - Languages</vt:lpstr>
      <vt:lpstr>Learning Page – Islam Religion</vt:lpstr>
      <vt:lpstr>Learning Page - Universal</vt:lpstr>
      <vt:lpstr>Learning Page - Extras</vt:lpstr>
      <vt:lpstr>Learning Page - Skills</vt:lpstr>
      <vt:lpstr>XSML (0 – 319px)</vt:lpstr>
      <vt:lpstr>PowerPoint Presentation</vt:lpstr>
      <vt:lpstr>SML (320 - 425px)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MDM (426 - 768px)</vt:lpstr>
      <vt:lpstr>LRG (769 - 1440px)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XLRG (&gt;1440px)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erika.dayshi@gmail.com</dc:creator>
  <cp:lastModifiedBy>erika.dayshi@gmail.com</cp:lastModifiedBy>
  <cp:revision>5</cp:revision>
  <dcterms:created xsi:type="dcterms:W3CDTF">2025-10-19T02:44:16Z</dcterms:created>
  <dcterms:modified xsi:type="dcterms:W3CDTF">2025-10-25T22:44:38Z</dcterms:modified>
</cp:coreProperties>
</file>