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2.jpg" ContentType="image/unknown"/>
  <Override PartName="/ppt/media/image6.jpg" ContentType="image/png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8" r:id="rId3"/>
    <p:sldId id="270" r:id="rId4"/>
    <p:sldId id="271" r:id="rId5"/>
    <p:sldId id="272" r:id="rId6"/>
    <p:sldId id="273" r:id="rId7"/>
    <p:sldId id="269" r:id="rId8"/>
    <p:sldId id="258" r:id="rId9"/>
    <p:sldId id="265" r:id="rId10"/>
    <p:sldId id="259" r:id="rId11"/>
    <p:sldId id="266" r:id="rId12"/>
    <p:sldId id="267" r:id="rId13"/>
    <p:sldId id="257" r:id="rId14"/>
    <p:sldId id="260" r:id="rId15"/>
    <p:sldId id="261" r:id="rId16"/>
    <p:sldId id="264" r:id="rId17"/>
    <p:sldId id="26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844" y="4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05D50-5BC8-4E62-AFFA-6E3E7D7761C7}" type="datetimeFigureOut">
              <a:rPr lang="en-ID" smtClean="0"/>
              <a:t>24/10/2025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B48C34-E5D8-4A14-A713-1AB6FADF51D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89768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B48C34-E5D8-4A14-A713-1AB6FADF51DC}" type="slidenum">
              <a:rPr lang="en-ID" smtClean="0"/>
              <a:t>13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8862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7A60D-870D-391C-B41F-F4F9C910E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BC504F-1593-4B48-ED5C-542B27C7D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37DD7-85E7-07A6-075D-4C90C432C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5EB1-0FEB-46AC-BB48-785662CC0255}" type="datetimeFigureOut">
              <a:rPr lang="en-ID" smtClean="0"/>
              <a:t>24/10/2025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A1180-8449-9261-F87F-A8C5E400C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AC04E-3A7A-63CE-D6F3-260689EF2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2548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18475-865A-4EC1-EF21-11EA9F199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67A3C-7014-C33C-683E-6A7F0A7B6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191A0-389B-99C6-7012-3A303D693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5EB1-0FEB-46AC-BB48-785662CC0255}" type="datetimeFigureOut">
              <a:rPr lang="en-ID" smtClean="0"/>
              <a:t>24/10/2025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33EC8-07C3-A2B2-C510-808C4CA86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EAA93-45F5-EBAE-E9EE-123F26160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48929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3A651-20CF-C103-A5D5-A414066FE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3A42A-EB6B-1029-6CE8-7F8B32ED8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9AE11-E975-486A-798C-3F47AF17E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5EB1-0FEB-46AC-BB48-785662CC0255}" type="datetimeFigureOut">
              <a:rPr lang="en-ID" smtClean="0"/>
              <a:t>24/10/2025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528A0-3253-B472-A748-BEE69ACC9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DD146-0994-98A5-83D6-41DBEF554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36955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41BD3-5ED4-0713-FEF0-C94889B8F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2F746-0086-37AE-8E97-E18C6B5526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A46FC-C611-0473-AE00-F5186DB34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5B755-CDC7-625F-011E-56C329040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5EB1-0FEB-46AC-BB48-785662CC0255}" type="datetimeFigureOut">
              <a:rPr lang="en-ID" smtClean="0"/>
              <a:t>24/10/2025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C1505-7FB7-9BF3-9B09-5456E05D4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C21CF-0A72-9205-1D64-8A8839CD5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81417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02A80-C9C7-4F03-7C1C-1124624D8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7DEAD-365B-D98B-EDC6-28DE8751D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DEFE7-0A2E-644A-129C-D0564D77F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B9C9CE-B9CF-E05F-D7DC-45DA0BE4B2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395B7-2418-D499-0668-3D63D6537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C23393-A960-FFC3-7BCA-10AD5CF7A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5EB1-0FEB-46AC-BB48-785662CC0255}" type="datetimeFigureOut">
              <a:rPr lang="en-ID" smtClean="0"/>
              <a:t>24/10/2025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CE692-4073-CA72-9D6F-812894C54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0E015E-55FE-80F0-D284-6E57597B3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3923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E6D8-2559-56CC-4FB6-650B62849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C6A4AA-0E58-1DFC-988D-4F97F643C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5EB1-0FEB-46AC-BB48-785662CC0255}" type="datetimeFigureOut">
              <a:rPr lang="en-ID" smtClean="0"/>
              <a:t>24/10/2025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6CCFC-019D-761E-710E-BBC98DC71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7EC386-39BF-D027-7A9D-D0EC175DA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44822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6B539F-B602-3EAE-36E1-FE4CCE1AD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5EB1-0FEB-46AC-BB48-785662CC0255}" type="datetimeFigureOut">
              <a:rPr lang="en-ID" smtClean="0"/>
              <a:t>24/10/2025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E9CB31-5BD1-CEA9-0074-7A24169B4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CD149-1434-11A6-A572-3CFDB4ADB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80463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C33DE-1B9A-3465-A1E2-E11D694C1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DED27-ADA9-E24C-F456-65D25395F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FD6EB-0D88-4BF4-3C5E-A84097350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AF8C3-3C06-3364-0E9A-05BA4BC4B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5EB1-0FEB-46AC-BB48-785662CC0255}" type="datetimeFigureOut">
              <a:rPr lang="en-ID" smtClean="0"/>
              <a:t>24/10/2025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A5C440-AF1F-DD51-4492-65ECA9454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400478-3CD7-4ED1-9E06-1D8E07605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8525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1115A-A119-B55A-93EA-AEDC7BF7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CA5BE1-0EA0-ECB8-8599-22A9C3B666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148B90-EC54-BDCA-5B76-19D9BF44DB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5AB893-A139-8626-D1D6-578B35B8F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5EB1-0FEB-46AC-BB48-785662CC0255}" type="datetimeFigureOut">
              <a:rPr lang="en-ID" smtClean="0"/>
              <a:t>24/10/2025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9E68E-6472-013B-1973-894C730A9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2E414-553E-14BB-03D7-33D87F4D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0670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9F08F-2F38-B3E9-DFB8-2A77E3F27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02ACA1-7D98-7235-2D35-410A24A1A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6BC9B-215C-A57E-D8F9-7D16CBFDF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5EB1-0FEB-46AC-BB48-785662CC0255}" type="datetimeFigureOut">
              <a:rPr lang="en-ID" smtClean="0"/>
              <a:t>24/10/2025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3C74B-071F-D7E6-A74A-E605E5FAE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29CBA-EE53-2B56-3C2E-C54C3F75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647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C8D83-D734-C3D6-7504-BB932AF562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400B0-F1F4-AA04-D9AE-FDCA0B28F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861F4-0199-D090-BF41-18CE33DF6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5EB1-0FEB-46AC-BB48-785662CC0255}" type="datetimeFigureOut">
              <a:rPr lang="en-ID" smtClean="0"/>
              <a:t>24/10/2025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6D43F-D223-EDA8-CDD0-BACC99B3E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A1B69-5276-1D63-5C6F-2E056CF5D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9165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701B1-43F1-741C-BA89-B5CF77ECD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05987-F2F7-118D-CB99-C6EAC4121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FE54E-2D95-12FC-E927-7064A748AD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E5EB1-0FEB-46AC-BB48-785662CC0255}" type="datetimeFigureOut">
              <a:rPr lang="en-ID" smtClean="0"/>
              <a:t>24/10/2025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EECE1-3F45-8627-D9B6-DC0063C787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9737D-F968-4CBD-C0F6-8E68C59E73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4131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19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AF8F81E-6A96-0250-1387-76883F5DF0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16E97D-370E-CB0B-849B-3E233493E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id-ID" sz="4400" noProof="1">
                <a:solidFill>
                  <a:schemeClr val="bg1"/>
                </a:solidFill>
                <a:latin typeface="Aptos Display" panose="020B0004020202020204" pitchFamily="34" charset="0"/>
              </a:rPr>
              <a:t>Project:</a:t>
            </a:r>
            <a:br>
              <a:rPr lang="id-ID" sz="4400" b="1" noProof="1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id-ID" sz="4400" b="1" noProof="1">
                <a:solidFill>
                  <a:schemeClr val="bg1"/>
                </a:solidFill>
                <a:latin typeface="Arial Rounded MT Bold" panose="020F0704030504030204" pitchFamily="34" charset="0"/>
              </a:rPr>
              <a:t>“</a:t>
            </a:r>
            <a:r>
              <a:rPr lang="id-ID" b="1" noProof="1">
                <a:solidFill>
                  <a:schemeClr val="bg1"/>
                </a:solidFill>
                <a:latin typeface="Arial Rounded MT Bold" panose="020F0704030504030204" pitchFamily="34" charset="0"/>
              </a:rPr>
              <a:t>SchooLearn”</a:t>
            </a:r>
            <a:endParaRPr lang="id-ID" sz="4400" b="1" noProof="1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24A91-CC49-113C-33E6-85CE5886EA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id-ID" sz="4000" noProof="1">
                <a:solidFill>
                  <a:schemeClr val="bg1"/>
                </a:solidFill>
              </a:rPr>
              <a:t>UI/UX Designs</a:t>
            </a:r>
          </a:p>
        </p:txBody>
      </p:sp>
    </p:spTree>
    <p:extLst>
      <p:ext uri="{BB962C8B-B14F-4D97-AF65-F5344CB8AC3E}">
        <p14:creationId xmlns:p14="http://schemas.microsoft.com/office/powerpoint/2010/main" val="1930767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21C14-C049-351E-AA88-79F0924624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A1E4A-7B49-B0FE-75E3-4D4C6710B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7048"/>
          </a:xfrm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pPr algn="ctr"/>
            <a:r>
              <a:rPr lang="id-ID" noProof="1">
                <a:solidFill>
                  <a:schemeClr val="bg1"/>
                </a:solidFill>
                <a:latin typeface="Arial Black" panose="020B0A04020102020204" pitchFamily="34" charset="0"/>
              </a:rPr>
              <a:t>Home Page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BE3CAF-2CD4-2251-ECED-4D155DE5A1F3}"/>
              </a:ext>
            </a:extLst>
          </p:cNvPr>
          <p:cNvSpPr/>
          <p:nvPr/>
        </p:nvSpPr>
        <p:spPr>
          <a:xfrm>
            <a:off x="838200" y="1687300"/>
            <a:ext cx="10515600" cy="5170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d-ID" sz="2000" b="1" noProof="1">
                <a:solidFill>
                  <a:schemeClr val="bg1"/>
                </a:solidFill>
              </a:rPr>
              <a:t>Header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What’s New ?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Quizzes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Exercies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Ask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d-ID" noProof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897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2B840-1B50-C11A-1F5F-ED133F8A0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9F48824-350D-80C5-AC6E-5080F7D7DD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01A218-92D1-0070-87DF-1A738A54D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7048"/>
          </a:xfrm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pPr algn="ctr"/>
            <a:r>
              <a:rPr lang="id-ID" noProof="1">
                <a:solidFill>
                  <a:schemeClr val="bg1"/>
                </a:solidFill>
                <a:latin typeface="Arial Black" panose="020B0A04020102020204" pitchFamily="34" charset="0"/>
              </a:rPr>
              <a:t>Learning</a:t>
            </a:r>
            <a:r>
              <a:rPr lang="en-ID" noProof="1">
                <a:solidFill>
                  <a:schemeClr val="bg1"/>
                </a:solidFill>
                <a:latin typeface="Arial Black" panose="020B0A04020102020204" pitchFamily="34" charset="0"/>
              </a:rPr>
              <a:t> Page - Languages</a:t>
            </a:r>
            <a:endParaRPr lang="id-ID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338801-6AF4-D3D3-8A22-6630F4D7D8AA}"/>
              </a:ext>
            </a:extLst>
          </p:cNvPr>
          <p:cNvSpPr/>
          <p:nvPr/>
        </p:nvSpPr>
        <p:spPr>
          <a:xfrm>
            <a:off x="838200" y="1687300"/>
            <a:ext cx="10515600" cy="5170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d-ID" sz="2000" b="1" noProof="1">
                <a:solidFill>
                  <a:schemeClr val="bg1"/>
                </a:solidFill>
              </a:rPr>
              <a:t>Header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What’s New ?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Quizzes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Exercies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Ask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d-ID" noProof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BC6439-CFF4-8D2E-4B09-3E792CA93894}"/>
              </a:ext>
            </a:extLst>
          </p:cNvPr>
          <p:cNvSpPr/>
          <p:nvPr/>
        </p:nvSpPr>
        <p:spPr>
          <a:xfrm>
            <a:off x="839860" y="1687300"/>
            <a:ext cx="3024000" cy="2160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5142F-73B9-69A7-EDD5-27BB99B556D6}"/>
              </a:ext>
            </a:extLst>
          </p:cNvPr>
          <p:cNvSpPr txBox="1"/>
          <p:nvPr/>
        </p:nvSpPr>
        <p:spPr>
          <a:xfrm>
            <a:off x="1052594" y="2967335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BIN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8094EF-C424-7D2E-A6D8-BD1854CBB426}"/>
              </a:ext>
            </a:extLst>
          </p:cNvPr>
          <p:cNvSpPr/>
          <p:nvPr/>
        </p:nvSpPr>
        <p:spPr>
          <a:xfrm>
            <a:off x="8328140" y="1687300"/>
            <a:ext cx="3024000" cy="2160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614B33-7445-F482-E273-542166120DA1}"/>
              </a:ext>
            </a:extLst>
          </p:cNvPr>
          <p:cNvSpPr/>
          <p:nvPr/>
        </p:nvSpPr>
        <p:spPr>
          <a:xfrm>
            <a:off x="4584000" y="1687300"/>
            <a:ext cx="3024000" cy="2160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1A053A-7EAF-507C-65AB-5FCBD46AC1FA}"/>
              </a:ext>
            </a:extLst>
          </p:cNvPr>
          <p:cNvSpPr txBox="1"/>
          <p:nvPr/>
        </p:nvSpPr>
        <p:spPr>
          <a:xfrm>
            <a:off x="838200" y="3429000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Bahasa Indonesia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CAD8E5-EFE0-0AF6-54CD-7269E438781B}"/>
              </a:ext>
            </a:extLst>
          </p:cNvPr>
          <p:cNvSpPr txBox="1"/>
          <p:nvPr/>
        </p:nvSpPr>
        <p:spPr>
          <a:xfrm>
            <a:off x="8547514" y="2967335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BJW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C3FF4E-3117-AF40-7FEC-3F36624962D7}"/>
              </a:ext>
            </a:extLst>
          </p:cNvPr>
          <p:cNvSpPr txBox="1"/>
          <p:nvPr/>
        </p:nvSpPr>
        <p:spPr>
          <a:xfrm>
            <a:off x="8333120" y="3429000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Bahasa Jawa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E2186F-4244-3CC0-5042-566487FC17C2}"/>
              </a:ext>
            </a:extLst>
          </p:cNvPr>
          <p:cNvSpPr/>
          <p:nvPr/>
        </p:nvSpPr>
        <p:spPr>
          <a:xfrm>
            <a:off x="831560" y="4332874"/>
            <a:ext cx="3024000" cy="2160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A42974-F8F2-E1AF-46FF-C7037BC22725}"/>
              </a:ext>
            </a:extLst>
          </p:cNvPr>
          <p:cNvSpPr txBox="1"/>
          <p:nvPr/>
        </p:nvSpPr>
        <p:spPr>
          <a:xfrm>
            <a:off x="1044294" y="5612909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BJP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9209D1-245F-DAFF-A089-9EEF591D51DF}"/>
              </a:ext>
            </a:extLst>
          </p:cNvPr>
          <p:cNvSpPr/>
          <p:nvPr/>
        </p:nvSpPr>
        <p:spPr>
          <a:xfrm>
            <a:off x="4575700" y="4332874"/>
            <a:ext cx="3024000" cy="21600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6E7CC4-BB92-428A-D707-49BAC68B8A09}"/>
              </a:ext>
            </a:extLst>
          </p:cNvPr>
          <p:cNvSpPr txBox="1"/>
          <p:nvPr/>
        </p:nvSpPr>
        <p:spPr>
          <a:xfrm>
            <a:off x="829900" y="6074574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Bahasa Jepang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47F02D-B546-4E21-A3DB-883B95F9CF09}"/>
              </a:ext>
            </a:extLst>
          </p:cNvPr>
          <p:cNvSpPr txBox="1"/>
          <p:nvPr/>
        </p:nvSpPr>
        <p:spPr>
          <a:xfrm>
            <a:off x="4810014" y="2984603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BING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7B2BE0-AB3B-6701-A997-034DEB34065F}"/>
              </a:ext>
            </a:extLst>
          </p:cNvPr>
          <p:cNvSpPr txBox="1"/>
          <p:nvPr/>
        </p:nvSpPr>
        <p:spPr>
          <a:xfrm>
            <a:off x="4595620" y="3446268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Bahasa Inggris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3BBFCE-D6A6-DEA7-75D0-D77A65FEBADB}"/>
              </a:ext>
            </a:extLst>
          </p:cNvPr>
          <p:cNvSpPr txBox="1"/>
          <p:nvPr/>
        </p:nvSpPr>
        <p:spPr>
          <a:xfrm>
            <a:off x="4786774" y="5630177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BJM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3747C3-234C-0D1D-EC5C-446E125D368C}"/>
              </a:ext>
            </a:extLst>
          </p:cNvPr>
          <p:cNvSpPr txBox="1"/>
          <p:nvPr/>
        </p:nvSpPr>
        <p:spPr>
          <a:xfrm>
            <a:off x="4572380" y="6091842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Bahasa Jerman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754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6D9CA-51AD-7984-38BD-662D74E6E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6B06DF4-2602-B241-4E75-33D383D03C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F16E4-82DF-0EE1-FA97-B538AE59C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7048"/>
          </a:xfrm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pPr algn="ctr"/>
            <a:r>
              <a:rPr lang="id-ID" noProof="1">
                <a:solidFill>
                  <a:schemeClr val="bg1"/>
                </a:solidFill>
                <a:latin typeface="Arial Black" panose="020B0A04020102020204" pitchFamily="34" charset="0"/>
              </a:rPr>
              <a:t>Learning</a:t>
            </a:r>
            <a:r>
              <a:rPr lang="en-ID" noProof="1">
                <a:solidFill>
                  <a:schemeClr val="bg1"/>
                </a:solidFill>
                <a:latin typeface="Arial Black" panose="020B0A04020102020204" pitchFamily="34" charset="0"/>
              </a:rPr>
              <a:t> Page – Islam Religion</a:t>
            </a:r>
            <a:endParaRPr lang="id-ID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78BE09-BCF0-CB9B-3917-A61862A9DD28}"/>
              </a:ext>
            </a:extLst>
          </p:cNvPr>
          <p:cNvSpPr/>
          <p:nvPr/>
        </p:nvSpPr>
        <p:spPr>
          <a:xfrm>
            <a:off x="838200" y="1687300"/>
            <a:ext cx="10515600" cy="5170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d-ID" sz="2000" b="1" noProof="1">
                <a:solidFill>
                  <a:schemeClr val="bg1"/>
                </a:solidFill>
              </a:rPr>
              <a:t>Header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What’s New ?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Quizzes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Exercies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Ask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d-ID" noProof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9D608E-7171-36CD-2DA1-43ECEE4491B1}"/>
              </a:ext>
            </a:extLst>
          </p:cNvPr>
          <p:cNvSpPr/>
          <p:nvPr/>
        </p:nvSpPr>
        <p:spPr>
          <a:xfrm>
            <a:off x="839860" y="1687300"/>
            <a:ext cx="3024000" cy="2160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780080-9C60-AB0F-D695-F84E4F36D788}"/>
              </a:ext>
            </a:extLst>
          </p:cNvPr>
          <p:cNvSpPr/>
          <p:nvPr/>
        </p:nvSpPr>
        <p:spPr>
          <a:xfrm>
            <a:off x="4584000" y="1687300"/>
            <a:ext cx="3024000" cy="2160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326E61-6D96-BA07-F124-B753E501FE06}"/>
              </a:ext>
            </a:extLst>
          </p:cNvPr>
          <p:cNvSpPr txBox="1"/>
          <p:nvPr/>
        </p:nvSpPr>
        <p:spPr>
          <a:xfrm>
            <a:off x="4810014" y="2984603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BTQ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3199ED-5F02-5700-CE3F-ACDA5B9253A0}"/>
              </a:ext>
            </a:extLst>
          </p:cNvPr>
          <p:cNvSpPr txBox="1"/>
          <p:nvPr/>
        </p:nvSpPr>
        <p:spPr>
          <a:xfrm>
            <a:off x="4595620" y="3446268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Baca Tulis Qur’an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ED83F5-262F-6B4B-F6FB-D0B4B27497CB}"/>
              </a:ext>
            </a:extLst>
          </p:cNvPr>
          <p:cNvSpPr txBox="1"/>
          <p:nvPr/>
        </p:nvSpPr>
        <p:spPr>
          <a:xfrm>
            <a:off x="1052594" y="2788177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PAI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683A9E-70D7-9592-89EC-7FE55D9EA064}"/>
              </a:ext>
            </a:extLst>
          </p:cNvPr>
          <p:cNvSpPr txBox="1"/>
          <p:nvPr/>
        </p:nvSpPr>
        <p:spPr>
          <a:xfrm>
            <a:off x="834880" y="3231997"/>
            <a:ext cx="3027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Pendidikan Agama Islam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722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3BB65-54DF-28DB-F0CD-C3017F630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6F4B2B-836C-342C-3CA0-167A28A8B7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2C817-311F-5188-F468-20F123D7F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7048"/>
          </a:xfrm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pPr algn="ctr"/>
            <a:r>
              <a:rPr lang="id-ID" noProof="1">
                <a:solidFill>
                  <a:schemeClr val="bg1"/>
                </a:solidFill>
                <a:latin typeface="Arial Black" panose="020B0A04020102020204" pitchFamily="34" charset="0"/>
              </a:rPr>
              <a:t>Learning Page</a:t>
            </a:r>
            <a:r>
              <a:rPr lang="en-ID" noProof="1">
                <a:solidFill>
                  <a:schemeClr val="bg1"/>
                </a:solidFill>
                <a:latin typeface="Arial Black" panose="020B0A04020102020204" pitchFamily="34" charset="0"/>
              </a:rPr>
              <a:t> - Universal</a:t>
            </a:r>
            <a:endParaRPr lang="id-ID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067224-1F3E-4D5F-C77A-A4205145672E}"/>
              </a:ext>
            </a:extLst>
          </p:cNvPr>
          <p:cNvSpPr/>
          <p:nvPr/>
        </p:nvSpPr>
        <p:spPr>
          <a:xfrm>
            <a:off x="838200" y="1687300"/>
            <a:ext cx="10515600" cy="5170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d-ID" sz="2000" b="1" noProof="1">
                <a:solidFill>
                  <a:schemeClr val="bg1"/>
                </a:solidFill>
              </a:rPr>
              <a:t>Header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What’s New ?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Quizzes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Exercies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Ask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d-ID" noProof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7C361E-F56F-B691-40E6-28B877EDED62}"/>
              </a:ext>
            </a:extLst>
          </p:cNvPr>
          <p:cNvSpPr/>
          <p:nvPr/>
        </p:nvSpPr>
        <p:spPr>
          <a:xfrm>
            <a:off x="839860" y="1687300"/>
            <a:ext cx="3024000" cy="2160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FC771F-FE99-13D2-D9AD-1C68E0589B6D}"/>
              </a:ext>
            </a:extLst>
          </p:cNvPr>
          <p:cNvSpPr txBox="1"/>
          <p:nvPr/>
        </p:nvSpPr>
        <p:spPr>
          <a:xfrm>
            <a:off x="1052594" y="2967335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M</a:t>
            </a:r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TK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F484A0-7E39-7D50-E438-F6AE466DC5CE}"/>
              </a:ext>
            </a:extLst>
          </p:cNvPr>
          <p:cNvSpPr/>
          <p:nvPr/>
        </p:nvSpPr>
        <p:spPr>
          <a:xfrm>
            <a:off x="8328140" y="1687300"/>
            <a:ext cx="3024000" cy="2160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D19ADF-C737-830D-7185-5A6724B0796D}"/>
              </a:ext>
            </a:extLst>
          </p:cNvPr>
          <p:cNvSpPr/>
          <p:nvPr/>
        </p:nvSpPr>
        <p:spPr>
          <a:xfrm>
            <a:off x="4584000" y="1687300"/>
            <a:ext cx="3024000" cy="2160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1F99D-80C1-339D-76FF-1670859AEA9F}"/>
              </a:ext>
            </a:extLst>
          </p:cNvPr>
          <p:cNvSpPr txBox="1"/>
          <p:nvPr/>
        </p:nvSpPr>
        <p:spPr>
          <a:xfrm>
            <a:off x="838200" y="3429000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Matematika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FC8804-3277-43C7-3561-6F9FE2292C77}"/>
              </a:ext>
            </a:extLst>
          </p:cNvPr>
          <p:cNvSpPr/>
          <p:nvPr/>
        </p:nvSpPr>
        <p:spPr>
          <a:xfrm>
            <a:off x="831560" y="4332874"/>
            <a:ext cx="3024000" cy="2160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9DDDDE-C3BF-3CC6-0826-160290630B8D}"/>
              </a:ext>
            </a:extLst>
          </p:cNvPr>
          <p:cNvSpPr txBox="1"/>
          <p:nvPr/>
        </p:nvSpPr>
        <p:spPr>
          <a:xfrm>
            <a:off x="1044294" y="5612909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TIK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14513A-B96F-D077-DCA4-9F9DEADDE3B7}"/>
              </a:ext>
            </a:extLst>
          </p:cNvPr>
          <p:cNvSpPr/>
          <p:nvPr/>
        </p:nvSpPr>
        <p:spPr>
          <a:xfrm>
            <a:off x="4575700" y="4332874"/>
            <a:ext cx="3024000" cy="21600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403BFB-0787-2C5B-4790-CDC3278C8019}"/>
              </a:ext>
            </a:extLst>
          </p:cNvPr>
          <p:cNvSpPr txBox="1"/>
          <p:nvPr/>
        </p:nvSpPr>
        <p:spPr>
          <a:xfrm>
            <a:off x="829900" y="6074574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Informatika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98DEF5-2F16-2865-78BF-3A15B4F5DAA7}"/>
              </a:ext>
            </a:extLst>
          </p:cNvPr>
          <p:cNvSpPr txBox="1"/>
          <p:nvPr/>
        </p:nvSpPr>
        <p:spPr>
          <a:xfrm>
            <a:off x="4795074" y="5412874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PJOK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7F6D7A-A53A-47D0-A928-D5F01B1E31A6}"/>
              </a:ext>
            </a:extLst>
          </p:cNvPr>
          <p:cNvSpPr txBox="1"/>
          <p:nvPr/>
        </p:nvSpPr>
        <p:spPr>
          <a:xfrm>
            <a:off x="4577360" y="5856694"/>
            <a:ext cx="3027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Ilmu Pengetahuan Sosial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842B66-DEA5-2054-6491-87E0F8C6E291}"/>
              </a:ext>
            </a:extLst>
          </p:cNvPr>
          <p:cNvSpPr txBox="1"/>
          <p:nvPr/>
        </p:nvSpPr>
        <p:spPr>
          <a:xfrm>
            <a:off x="4810014" y="2967335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IPA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B3CD56-A91B-786C-E7BE-845A15BA8E4D}"/>
              </a:ext>
            </a:extLst>
          </p:cNvPr>
          <p:cNvSpPr txBox="1"/>
          <p:nvPr/>
        </p:nvSpPr>
        <p:spPr>
          <a:xfrm>
            <a:off x="4595620" y="3429000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Ilmu Pengetahuan Alam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4E9FA6-F71D-E00C-88AC-112484087360}"/>
              </a:ext>
            </a:extLst>
          </p:cNvPr>
          <p:cNvSpPr txBox="1"/>
          <p:nvPr/>
        </p:nvSpPr>
        <p:spPr>
          <a:xfrm>
            <a:off x="8560794" y="2738959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IPS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287FD3-92FF-134D-E726-8CE51A262B47}"/>
              </a:ext>
            </a:extLst>
          </p:cNvPr>
          <p:cNvSpPr txBox="1"/>
          <p:nvPr/>
        </p:nvSpPr>
        <p:spPr>
          <a:xfrm>
            <a:off x="8343080" y="3182779"/>
            <a:ext cx="3027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Ilmu Pengetahuan Sosial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589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87834-74A1-59CB-E459-BB934C138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C04296-5514-E4EF-CC06-594D8F8631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A1AA16-4C5A-DFC6-7BFA-59F83062A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7048"/>
          </a:xfrm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pPr algn="ctr"/>
            <a:r>
              <a:rPr lang="id-ID" noProof="1">
                <a:solidFill>
                  <a:schemeClr val="bg1"/>
                </a:solidFill>
                <a:latin typeface="Arial Black" panose="020B0A04020102020204" pitchFamily="34" charset="0"/>
              </a:rPr>
              <a:t>Learning Page</a:t>
            </a:r>
            <a:r>
              <a:rPr lang="en-ID" noProof="1">
                <a:solidFill>
                  <a:schemeClr val="bg1"/>
                </a:solidFill>
                <a:latin typeface="Arial Black" panose="020B0A04020102020204" pitchFamily="34" charset="0"/>
              </a:rPr>
              <a:t> - Extras</a:t>
            </a:r>
            <a:endParaRPr lang="id-ID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C455A9-C9F1-CC37-AFA8-8E0B0004D71E}"/>
              </a:ext>
            </a:extLst>
          </p:cNvPr>
          <p:cNvSpPr/>
          <p:nvPr/>
        </p:nvSpPr>
        <p:spPr>
          <a:xfrm>
            <a:off x="838200" y="1687300"/>
            <a:ext cx="10515600" cy="5170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d-ID" sz="2000" b="1" noProof="1">
                <a:solidFill>
                  <a:schemeClr val="bg1"/>
                </a:solidFill>
              </a:rPr>
              <a:t>Header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What’s New ?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Quizzes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Exercies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Ask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d-ID" noProof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A22F5A-0A19-630A-0365-862968CE55D0}"/>
              </a:ext>
            </a:extLst>
          </p:cNvPr>
          <p:cNvSpPr/>
          <p:nvPr/>
        </p:nvSpPr>
        <p:spPr>
          <a:xfrm>
            <a:off x="839860" y="1687300"/>
            <a:ext cx="3024000" cy="2160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33BEC5-9B0E-B732-F3A0-6656E3E5582C}"/>
              </a:ext>
            </a:extLst>
          </p:cNvPr>
          <p:cNvSpPr txBox="1"/>
          <p:nvPr/>
        </p:nvSpPr>
        <p:spPr>
          <a:xfrm>
            <a:off x="1052594" y="2967335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SB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2967BF-BE2E-4A15-766C-0BEA7AF47180}"/>
              </a:ext>
            </a:extLst>
          </p:cNvPr>
          <p:cNvSpPr txBox="1"/>
          <p:nvPr/>
        </p:nvSpPr>
        <p:spPr>
          <a:xfrm>
            <a:off x="838200" y="3429000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Seni Budaya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688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36EAC-EABC-5E06-547E-FA83B1B5D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B8A075-5471-E745-C6E4-675D3F3CED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E5B407-B81D-CA37-FCE0-D280B4330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7048"/>
          </a:xfrm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pPr algn="ctr"/>
            <a:r>
              <a:rPr lang="id-ID" noProof="1">
                <a:solidFill>
                  <a:schemeClr val="bg1"/>
                </a:solidFill>
                <a:latin typeface="Arial Black" panose="020B0A04020102020204" pitchFamily="34" charset="0"/>
              </a:rPr>
              <a:t>Learning Page</a:t>
            </a:r>
            <a:r>
              <a:rPr lang="en-ID" noProof="1">
                <a:solidFill>
                  <a:schemeClr val="bg1"/>
                </a:solidFill>
                <a:latin typeface="Arial Black" panose="020B0A04020102020204" pitchFamily="34" charset="0"/>
              </a:rPr>
              <a:t> - Skills</a:t>
            </a:r>
            <a:endParaRPr lang="id-ID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CA2821-EE4D-045E-9497-53BBD0980CE9}"/>
              </a:ext>
            </a:extLst>
          </p:cNvPr>
          <p:cNvSpPr/>
          <p:nvPr/>
        </p:nvSpPr>
        <p:spPr>
          <a:xfrm>
            <a:off x="838200" y="1687300"/>
            <a:ext cx="10515600" cy="5170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d-ID" sz="2000" b="1" noProof="1">
                <a:solidFill>
                  <a:schemeClr val="bg1"/>
                </a:solidFill>
              </a:rPr>
              <a:t>Header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What’s New ?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Quizzes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Exercies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Ask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d-ID" noProof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9CD300-7CCC-5E7D-F119-4F5717F7C0FE}"/>
              </a:ext>
            </a:extLst>
          </p:cNvPr>
          <p:cNvSpPr/>
          <p:nvPr/>
        </p:nvSpPr>
        <p:spPr>
          <a:xfrm>
            <a:off x="839860" y="1687300"/>
            <a:ext cx="3024000" cy="2160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F55276-781C-14CC-61D6-39AC2EF10E73}"/>
              </a:ext>
            </a:extLst>
          </p:cNvPr>
          <p:cNvSpPr/>
          <p:nvPr/>
        </p:nvSpPr>
        <p:spPr>
          <a:xfrm>
            <a:off x="8328140" y="1687300"/>
            <a:ext cx="3024000" cy="2160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3FA755-14C0-A284-E969-92608A22654F}"/>
              </a:ext>
            </a:extLst>
          </p:cNvPr>
          <p:cNvSpPr/>
          <p:nvPr/>
        </p:nvSpPr>
        <p:spPr>
          <a:xfrm>
            <a:off x="4584000" y="1687300"/>
            <a:ext cx="3024000" cy="2160000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94B158-5F83-4A79-3182-149DA43DB066}"/>
              </a:ext>
            </a:extLst>
          </p:cNvPr>
          <p:cNvSpPr/>
          <p:nvPr/>
        </p:nvSpPr>
        <p:spPr>
          <a:xfrm>
            <a:off x="831560" y="4332874"/>
            <a:ext cx="3024000" cy="2160000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070D15-E5A3-31FE-FCD7-5C5E994C27BC}"/>
              </a:ext>
            </a:extLst>
          </p:cNvPr>
          <p:cNvSpPr/>
          <p:nvPr/>
        </p:nvSpPr>
        <p:spPr>
          <a:xfrm>
            <a:off x="8319840" y="4332874"/>
            <a:ext cx="3024000" cy="2160000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7F6F4E-152A-E852-3ED2-10FF6571C710}"/>
              </a:ext>
            </a:extLst>
          </p:cNvPr>
          <p:cNvSpPr/>
          <p:nvPr/>
        </p:nvSpPr>
        <p:spPr>
          <a:xfrm>
            <a:off x="4575700" y="4332874"/>
            <a:ext cx="3024000" cy="2160000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D13F42-D683-C997-9902-D0EF3F4F88D4}"/>
              </a:ext>
            </a:extLst>
          </p:cNvPr>
          <p:cNvSpPr txBox="1"/>
          <p:nvPr/>
        </p:nvSpPr>
        <p:spPr>
          <a:xfrm>
            <a:off x="1065874" y="2773945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RPL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F9ADEA-0515-49BB-5CD1-E5C481E5C44E}"/>
              </a:ext>
            </a:extLst>
          </p:cNvPr>
          <p:cNvSpPr txBox="1"/>
          <p:nvPr/>
        </p:nvSpPr>
        <p:spPr>
          <a:xfrm>
            <a:off x="848160" y="3217765"/>
            <a:ext cx="3027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Rekayasa Perangkat Lunak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66C151-1B13-7BA9-CBF3-BEEECB4B15F2}"/>
              </a:ext>
            </a:extLst>
          </p:cNvPr>
          <p:cNvSpPr txBox="1"/>
          <p:nvPr/>
        </p:nvSpPr>
        <p:spPr>
          <a:xfrm>
            <a:off x="4810014" y="2999947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AK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A00F55-18C5-FC77-ACD8-FAD9DBE5F31A}"/>
              </a:ext>
            </a:extLst>
          </p:cNvPr>
          <p:cNvSpPr txBox="1"/>
          <p:nvPr/>
        </p:nvSpPr>
        <p:spPr>
          <a:xfrm>
            <a:off x="4595620" y="3461612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Akuntansi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D881C2-83CA-D461-574C-C16E4DEBA894}"/>
              </a:ext>
            </a:extLst>
          </p:cNvPr>
          <p:cNvSpPr txBox="1"/>
          <p:nvPr/>
        </p:nvSpPr>
        <p:spPr>
          <a:xfrm>
            <a:off x="8557474" y="2999947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BD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E1AD48-8A7F-6540-57F7-34B7E8248527}"/>
              </a:ext>
            </a:extLst>
          </p:cNvPr>
          <p:cNvSpPr txBox="1"/>
          <p:nvPr/>
        </p:nvSpPr>
        <p:spPr>
          <a:xfrm>
            <a:off x="8343080" y="3461612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Bisnis Digital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32E693-F103-44B0-7272-590E409BC18B}"/>
              </a:ext>
            </a:extLst>
          </p:cNvPr>
          <p:cNvSpPr txBox="1"/>
          <p:nvPr/>
        </p:nvSpPr>
        <p:spPr>
          <a:xfrm>
            <a:off x="1065874" y="5434842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DKV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B202FF-DFC7-8154-3DE8-0C359C1C5D01}"/>
              </a:ext>
            </a:extLst>
          </p:cNvPr>
          <p:cNvSpPr txBox="1"/>
          <p:nvPr/>
        </p:nvSpPr>
        <p:spPr>
          <a:xfrm>
            <a:off x="848160" y="5878662"/>
            <a:ext cx="3027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Desain Komunikasi Visual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364B07-E5C0-B466-9155-DF6691ECF44A}"/>
              </a:ext>
            </a:extLst>
          </p:cNvPr>
          <p:cNvSpPr txBox="1"/>
          <p:nvPr/>
        </p:nvSpPr>
        <p:spPr>
          <a:xfrm>
            <a:off x="4768514" y="5467408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MP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D825CD-CFE1-CCCD-F736-226DEE5CEF52}"/>
              </a:ext>
            </a:extLst>
          </p:cNvPr>
          <p:cNvSpPr txBox="1"/>
          <p:nvPr/>
        </p:nvSpPr>
        <p:spPr>
          <a:xfrm>
            <a:off x="4550800" y="5911228"/>
            <a:ext cx="3027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Manajemen Perkantoran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74C19A-DAF5-CC85-D04C-A3FA4A594B99}"/>
              </a:ext>
            </a:extLst>
          </p:cNvPr>
          <p:cNvSpPr txBox="1"/>
          <p:nvPr/>
        </p:nvSpPr>
        <p:spPr>
          <a:xfrm>
            <a:off x="8534234" y="5695543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LPB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E94F21A-04BD-3901-145B-E97790BAF77D}"/>
              </a:ext>
            </a:extLst>
          </p:cNvPr>
          <p:cNvSpPr txBox="1"/>
          <p:nvPr/>
        </p:nvSpPr>
        <p:spPr>
          <a:xfrm>
            <a:off x="8319840" y="6157208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Layanan Perbankan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756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A7E02-FED9-E04E-0CB7-DC2917CA8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59E8FC-A51D-39CF-3BF2-2AC4E468E3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2E2C06-C8A0-18D6-E357-4C1D95C094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id-ID" sz="4400" b="1" noProof="1">
                <a:solidFill>
                  <a:schemeClr val="bg1"/>
                </a:solidFill>
                <a:latin typeface="Arial Rounded MT Bold" panose="020F0704030504030204" pitchFamily="34" charset="0"/>
              </a:rPr>
              <a:t>XSML (0 – 319px)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5BCD30-317C-B6CC-9BD9-9286415CDC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id-ID" sz="4000" noProof="1">
                <a:solidFill>
                  <a:schemeClr val="bg1"/>
                </a:solidFill>
              </a:rPr>
              <a:t>Small Device – Small Phones</a:t>
            </a:r>
          </a:p>
        </p:txBody>
      </p:sp>
    </p:spTree>
    <p:extLst>
      <p:ext uri="{BB962C8B-B14F-4D97-AF65-F5344CB8AC3E}">
        <p14:creationId xmlns:p14="http://schemas.microsoft.com/office/powerpoint/2010/main" val="3315874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35BDF-CCC4-CC33-8556-2C11D2DE3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DEFE9F-8FA3-E7E0-0D1E-BE0F99272B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DA92AA8-7374-582C-A8CA-87697CB9AA0B}"/>
              </a:ext>
            </a:extLst>
          </p:cNvPr>
          <p:cNvSpPr/>
          <p:nvPr/>
        </p:nvSpPr>
        <p:spPr>
          <a:xfrm>
            <a:off x="4646428" y="0"/>
            <a:ext cx="2881423" cy="6858000"/>
          </a:xfrm>
          <a:prstGeom prst="roundRect">
            <a:avLst>
              <a:gd name="adj" fmla="val 9529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</p:spTree>
    <p:extLst>
      <p:ext uri="{BB962C8B-B14F-4D97-AF65-F5344CB8AC3E}">
        <p14:creationId xmlns:p14="http://schemas.microsoft.com/office/powerpoint/2010/main" val="2998713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B4405-EF65-FF72-6999-F9C590E38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8A9A6C-9D52-39DD-2E33-323374C46E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C5384B-92F0-2A9B-13EE-8E139958C4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id-ID" sz="4400" b="1" noProof="1">
                <a:solidFill>
                  <a:schemeClr val="bg1"/>
                </a:solidFill>
                <a:latin typeface="Arial Rounded MT Bold" panose="020F0704030504030204" pitchFamily="34" charset="0"/>
              </a:rPr>
              <a:t>SML (320 - 425px)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86B2EA-57C2-923D-72FB-7242AEE5E3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id-ID" sz="4000" noProof="1">
                <a:solidFill>
                  <a:schemeClr val="bg1"/>
                </a:solidFill>
              </a:rPr>
              <a:t>Small Phones – Large Phones</a:t>
            </a:r>
          </a:p>
        </p:txBody>
      </p:sp>
    </p:spTree>
    <p:extLst>
      <p:ext uri="{BB962C8B-B14F-4D97-AF65-F5344CB8AC3E}">
        <p14:creationId xmlns:p14="http://schemas.microsoft.com/office/powerpoint/2010/main" val="759841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1CD46-DD85-3F5B-49E3-9B614674A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600EFF-116B-A2A1-004A-168777CD53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022BCD6-6FFD-7B9A-CC7F-C551F5C916F3}"/>
              </a:ext>
            </a:extLst>
          </p:cNvPr>
          <p:cNvSpPr/>
          <p:nvPr/>
        </p:nvSpPr>
        <p:spPr>
          <a:xfrm>
            <a:off x="3934048" y="0"/>
            <a:ext cx="4320000" cy="6858000"/>
          </a:xfrm>
          <a:prstGeom prst="roundRect">
            <a:avLst>
              <a:gd name="adj" fmla="val 9529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38B98CDF-7A1E-D0CF-CFA3-A29D9CAC18FC}"/>
              </a:ext>
            </a:extLst>
          </p:cNvPr>
          <p:cNvSpPr/>
          <p:nvPr/>
        </p:nvSpPr>
        <p:spPr>
          <a:xfrm>
            <a:off x="3934049" y="1"/>
            <a:ext cx="4320000" cy="876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7A9A8C-338C-6DFE-4695-63C9D2575160}"/>
              </a:ext>
            </a:extLst>
          </p:cNvPr>
          <p:cNvSpPr/>
          <p:nvPr/>
        </p:nvSpPr>
        <p:spPr>
          <a:xfrm>
            <a:off x="3932096" y="876301"/>
            <a:ext cx="4320000" cy="2606060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ADE7D8-66F7-6BA3-3731-95586B507D96}"/>
              </a:ext>
            </a:extLst>
          </p:cNvPr>
          <p:cNvSpPr txBox="1"/>
          <p:nvPr/>
        </p:nvSpPr>
        <p:spPr>
          <a:xfrm>
            <a:off x="3934048" y="1667246"/>
            <a:ext cx="4323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3600" b="1" noProof="1">
                <a:solidFill>
                  <a:schemeClr val="bg1"/>
                </a:solidFill>
                <a:latin typeface="Arial Black" panose="020B0A04020102020204" pitchFamily="34" charset="0"/>
              </a:rPr>
              <a:t>SchooLearn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4BD4C0-C2CF-3603-52BD-C5E53CC8472F}"/>
              </a:ext>
            </a:extLst>
          </p:cNvPr>
          <p:cNvSpPr txBox="1"/>
          <p:nvPr/>
        </p:nvSpPr>
        <p:spPr>
          <a:xfrm>
            <a:off x="5100220" y="194646"/>
            <a:ext cx="3155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noProof="1">
                <a:solidFill>
                  <a:schemeClr val="bg1"/>
                </a:solidFill>
                <a:latin typeface="Copperplate Gothic Light" panose="020E0507020206020404" pitchFamily="34" charset="0"/>
              </a:rPr>
              <a:t>SchooLearn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37CACB-7162-B8F2-21BC-DE56D72C5CCC}"/>
              </a:ext>
            </a:extLst>
          </p:cNvPr>
          <p:cNvSpPr/>
          <p:nvPr/>
        </p:nvSpPr>
        <p:spPr>
          <a:xfrm>
            <a:off x="4111141" y="194646"/>
            <a:ext cx="791171" cy="523220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D3BA84-4C0F-C104-163E-B2288E7993A0}"/>
              </a:ext>
            </a:extLst>
          </p:cNvPr>
          <p:cNvCxnSpPr>
            <a:cxnSpLocks/>
          </p:cNvCxnSpPr>
          <p:nvPr/>
        </p:nvCxnSpPr>
        <p:spPr>
          <a:xfrm>
            <a:off x="4175125" y="32702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84E4A3-DD46-E296-63D4-141BBF99FAE1}"/>
              </a:ext>
            </a:extLst>
          </p:cNvPr>
          <p:cNvCxnSpPr>
            <a:cxnSpLocks/>
          </p:cNvCxnSpPr>
          <p:nvPr/>
        </p:nvCxnSpPr>
        <p:spPr>
          <a:xfrm>
            <a:off x="4175125" y="461962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678CC7B-CD8D-D7A5-69EE-FB731AA59AA6}"/>
              </a:ext>
            </a:extLst>
          </p:cNvPr>
          <p:cNvCxnSpPr>
            <a:cxnSpLocks/>
          </p:cNvCxnSpPr>
          <p:nvPr/>
        </p:nvCxnSpPr>
        <p:spPr>
          <a:xfrm>
            <a:off x="4175125" y="58737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8CC11CE-1AB4-44BC-A306-F41DA7C062DF}"/>
              </a:ext>
            </a:extLst>
          </p:cNvPr>
          <p:cNvSpPr txBox="1"/>
          <p:nvPr/>
        </p:nvSpPr>
        <p:spPr>
          <a:xfrm>
            <a:off x="4111140" y="2320888"/>
            <a:ext cx="3994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noProof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Indonesian website that are used</a:t>
            </a:r>
          </a:p>
          <a:p>
            <a:pPr algn="r"/>
            <a:r>
              <a:rPr lang="id-ID" noProof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gain more knowledge about school subjects.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41CBFA-EE52-9D78-62BC-1828E3A1E8F7}"/>
              </a:ext>
            </a:extLst>
          </p:cNvPr>
          <p:cNvSpPr txBox="1"/>
          <p:nvPr/>
        </p:nvSpPr>
        <p:spPr>
          <a:xfrm>
            <a:off x="3936000" y="3773838"/>
            <a:ext cx="432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3200" b="1" noProof="1">
                <a:latin typeface="Algerian" panose="04020705040A02060702" pitchFamily="82" charset="0"/>
              </a:rPr>
              <a:t>What’s new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DCE881-D0DD-E30E-903F-63EDD5FE0DD9}"/>
              </a:ext>
            </a:extLst>
          </p:cNvPr>
          <p:cNvSpPr txBox="1"/>
          <p:nvPr/>
        </p:nvSpPr>
        <p:spPr>
          <a:xfrm>
            <a:off x="4111140" y="4518028"/>
            <a:ext cx="3994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d-ID" noProof="1">
                <a:latin typeface="Arial" panose="020B0604020202020204" pitchFamily="34" charset="0"/>
                <a:cs typeface="Arial" panose="020B0604020202020204" pitchFamily="34" charset="0"/>
              </a:rPr>
              <a:t>Lorem ipsum dolor sit amet, consectetur adipisicing elit.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C6E78F3-ACF1-4162-67B8-E8F86075A605}"/>
              </a:ext>
            </a:extLst>
          </p:cNvPr>
          <p:cNvCxnSpPr>
            <a:cxnSpLocks/>
          </p:cNvCxnSpPr>
          <p:nvPr/>
        </p:nvCxnSpPr>
        <p:spPr>
          <a:xfrm>
            <a:off x="4274840" y="4347242"/>
            <a:ext cx="3831191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04E8959-9A3B-3852-3BBE-09A1564164B3}"/>
              </a:ext>
            </a:extLst>
          </p:cNvPr>
          <p:cNvSpPr txBox="1"/>
          <p:nvPr/>
        </p:nvSpPr>
        <p:spPr>
          <a:xfrm>
            <a:off x="3936000" y="5356611"/>
            <a:ext cx="432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3200" b="1" noProof="1">
                <a:latin typeface="Algerian" panose="04020705040A02060702" pitchFamily="82" charset="0"/>
              </a:rPr>
              <a:t>Features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02E2B6-3ED3-97A6-A4CF-AB2B3926595E}"/>
              </a:ext>
            </a:extLst>
          </p:cNvPr>
          <p:cNvSpPr txBox="1"/>
          <p:nvPr/>
        </p:nvSpPr>
        <p:spPr>
          <a:xfrm>
            <a:off x="4111140" y="6100801"/>
            <a:ext cx="3994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d-ID" noProof="1">
                <a:latin typeface="Arial" panose="020B0604020202020204" pitchFamily="34" charset="0"/>
                <a:cs typeface="Arial" panose="020B0604020202020204" pitchFamily="34" charset="0"/>
              </a:rPr>
              <a:t>Lorem ipsum dolor sit amet, consectetur adipisicing elit.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A1A392B-CD85-88C8-62EA-A2726A8B3B58}"/>
              </a:ext>
            </a:extLst>
          </p:cNvPr>
          <p:cNvCxnSpPr>
            <a:cxnSpLocks/>
          </p:cNvCxnSpPr>
          <p:nvPr/>
        </p:nvCxnSpPr>
        <p:spPr>
          <a:xfrm>
            <a:off x="4274840" y="5930015"/>
            <a:ext cx="3831191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115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8D6FC-344A-43F8-05E9-63F616D63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024774-934B-07DC-06B0-3DA0AC3C4E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E509F0-8164-323D-9A42-BEDE7C2830AF}"/>
              </a:ext>
            </a:extLst>
          </p:cNvPr>
          <p:cNvSpPr/>
          <p:nvPr/>
        </p:nvSpPr>
        <p:spPr>
          <a:xfrm>
            <a:off x="3934048" y="0"/>
            <a:ext cx="4320000" cy="6858000"/>
          </a:xfrm>
          <a:prstGeom prst="roundRect">
            <a:avLst>
              <a:gd name="adj" fmla="val 9529"/>
            </a:avLst>
          </a:prstGeom>
          <a:solidFill>
            <a:schemeClr val="bg1">
              <a:lumMod val="5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29C7ECED-B079-EE4A-496E-F69884457C0B}"/>
              </a:ext>
            </a:extLst>
          </p:cNvPr>
          <p:cNvSpPr/>
          <p:nvPr/>
        </p:nvSpPr>
        <p:spPr>
          <a:xfrm>
            <a:off x="3934049" y="1"/>
            <a:ext cx="4320000" cy="876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A2B544-D72B-222D-B4C3-070FAF6A68BC}"/>
              </a:ext>
            </a:extLst>
          </p:cNvPr>
          <p:cNvSpPr txBox="1"/>
          <p:nvPr/>
        </p:nvSpPr>
        <p:spPr>
          <a:xfrm>
            <a:off x="5100220" y="194646"/>
            <a:ext cx="3155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noProof="1">
                <a:solidFill>
                  <a:schemeClr val="bg1"/>
                </a:solidFill>
                <a:latin typeface="Copperplate Gothic Light" panose="020E0507020206020404" pitchFamily="34" charset="0"/>
              </a:rPr>
              <a:t>SchooLearn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39C58DC-91EB-84E4-7884-D253E6848942}"/>
              </a:ext>
            </a:extLst>
          </p:cNvPr>
          <p:cNvSpPr/>
          <p:nvPr/>
        </p:nvSpPr>
        <p:spPr>
          <a:xfrm>
            <a:off x="4111141" y="194646"/>
            <a:ext cx="791171" cy="523220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9563BB-83A8-8D71-204A-B8567A2A6550}"/>
              </a:ext>
            </a:extLst>
          </p:cNvPr>
          <p:cNvCxnSpPr>
            <a:cxnSpLocks/>
          </p:cNvCxnSpPr>
          <p:nvPr/>
        </p:nvCxnSpPr>
        <p:spPr>
          <a:xfrm>
            <a:off x="4175125" y="32702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6BDB8F6-4108-7A49-9066-7B8BFF83E8BA}"/>
              </a:ext>
            </a:extLst>
          </p:cNvPr>
          <p:cNvCxnSpPr>
            <a:cxnSpLocks/>
          </p:cNvCxnSpPr>
          <p:nvPr/>
        </p:nvCxnSpPr>
        <p:spPr>
          <a:xfrm>
            <a:off x="4175125" y="461962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1A802E-16FD-DE11-F169-1A8F9DADA1EB}"/>
              </a:ext>
            </a:extLst>
          </p:cNvPr>
          <p:cNvCxnSpPr>
            <a:cxnSpLocks/>
          </p:cNvCxnSpPr>
          <p:nvPr/>
        </p:nvCxnSpPr>
        <p:spPr>
          <a:xfrm>
            <a:off x="4175125" y="58737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782682FB-7A9B-0284-CFC6-372372A1394F}"/>
              </a:ext>
            </a:extLst>
          </p:cNvPr>
          <p:cNvSpPr/>
          <p:nvPr/>
        </p:nvSpPr>
        <p:spPr>
          <a:xfrm flipV="1">
            <a:off x="3934048" y="876301"/>
            <a:ext cx="2548032" cy="5981698"/>
          </a:xfrm>
          <a:prstGeom prst="round2Same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178870-A9AA-90E2-A170-D3381C3A6545}"/>
              </a:ext>
            </a:extLst>
          </p:cNvPr>
          <p:cNvSpPr txBox="1"/>
          <p:nvPr/>
        </p:nvSpPr>
        <p:spPr>
          <a:xfrm>
            <a:off x="3934047" y="1049029"/>
            <a:ext cx="2548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4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90CB1-4BEA-D421-E2BD-13CE4820AE59}"/>
              </a:ext>
            </a:extLst>
          </p:cNvPr>
          <p:cNvCxnSpPr>
            <a:cxnSpLocks/>
          </p:cNvCxnSpPr>
          <p:nvPr/>
        </p:nvCxnSpPr>
        <p:spPr>
          <a:xfrm>
            <a:off x="4277360" y="1511289"/>
            <a:ext cx="1818640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8DC035C-07F0-0C7E-88AC-5171F473321B}"/>
              </a:ext>
            </a:extLst>
          </p:cNvPr>
          <p:cNvSpPr txBox="1"/>
          <p:nvPr/>
        </p:nvSpPr>
        <p:spPr>
          <a:xfrm>
            <a:off x="3934047" y="1770389"/>
            <a:ext cx="2548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4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F8BDB2-4CE4-95BC-216C-15AEBDEF705C}"/>
              </a:ext>
            </a:extLst>
          </p:cNvPr>
          <p:cNvSpPr txBox="1"/>
          <p:nvPr/>
        </p:nvSpPr>
        <p:spPr>
          <a:xfrm>
            <a:off x="3923787" y="2484129"/>
            <a:ext cx="2548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4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Quizzes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803087-7A54-4BEE-E68F-7C299B9A9BC3}"/>
              </a:ext>
            </a:extLst>
          </p:cNvPr>
          <p:cNvSpPr txBox="1"/>
          <p:nvPr/>
        </p:nvSpPr>
        <p:spPr>
          <a:xfrm>
            <a:off x="3923887" y="5366423"/>
            <a:ext cx="2548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400" noProof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DF75B85-87AD-8DF0-F085-71224394F8B8}"/>
              </a:ext>
            </a:extLst>
          </p:cNvPr>
          <p:cNvCxnSpPr>
            <a:cxnSpLocks/>
          </p:cNvCxnSpPr>
          <p:nvPr/>
        </p:nvCxnSpPr>
        <p:spPr>
          <a:xfrm>
            <a:off x="4267200" y="5828683"/>
            <a:ext cx="1818640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CB986BA-8306-CB89-A252-A416ED617CE5}"/>
              </a:ext>
            </a:extLst>
          </p:cNvPr>
          <p:cNvSpPr txBox="1"/>
          <p:nvPr/>
        </p:nvSpPr>
        <p:spPr>
          <a:xfrm>
            <a:off x="3913627" y="6080163"/>
            <a:ext cx="2548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400" noProof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CCC898-9E87-8FB0-2EB6-BD4505742294}"/>
              </a:ext>
            </a:extLst>
          </p:cNvPr>
          <p:cNvSpPr txBox="1"/>
          <p:nvPr/>
        </p:nvSpPr>
        <p:spPr>
          <a:xfrm>
            <a:off x="3964729" y="3212810"/>
            <a:ext cx="2548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4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AB17C9-56AA-DD0C-B0F1-951FEC471160}"/>
              </a:ext>
            </a:extLst>
          </p:cNvPr>
          <p:cNvSpPr txBox="1"/>
          <p:nvPr/>
        </p:nvSpPr>
        <p:spPr>
          <a:xfrm>
            <a:off x="3954469" y="3926550"/>
            <a:ext cx="2548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4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 AI</a:t>
            </a:r>
          </a:p>
        </p:txBody>
      </p:sp>
    </p:spTree>
    <p:extLst>
      <p:ext uri="{BB962C8B-B14F-4D97-AF65-F5344CB8AC3E}">
        <p14:creationId xmlns:p14="http://schemas.microsoft.com/office/powerpoint/2010/main" val="3820388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DE5F06-2E2B-8804-8251-0F293201EB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4AF1CA4-4FDD-B9B7-B9B2-4952D3C38B08}"/>
              </a:ext>
            </a:extLst>
          </p:cNvPr>
          <p:cNvSpPr/>
          <p:nvPr/>
        </p:nvSpPr>
        <p:spPr>
          <a:xfrm>
            <a:off x="3934048" y="0"/>
            <a:ext cx="4320000" cy="6858000"/>
          </a:xfrm>
          <a:prstGeom prst="roundRect">
            <a:avLst>
              <a:gd name="adj" fmla="val 9529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D421C7F8-B9A8-11A4-772E-B8E046BBB22D}"/>
              </a:ext>
            </a:extLst>
          </p:cNvPr>
          <p:cNvSpPr/>
          <p:nvPr/>
        </p:nvSpPr>
        <p:spPr>
          <a:xfrm>
            <a:off x="3934049" y="1"/>
            <a:ext cx="4320000" cy="876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C4E2A-975C-C581-3030-9F2FB62E393B}"/>
              </a:ext>
            </a:extLst>
          </p:cNvPr>
          <p:cNvSpPr txBox="1"/>
          <p:nvPr/>
        </p:nvSpPr>
        <p:spPr>
          <a:xfrm>
            <a:off x="3936000" y="1052764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4000" b="1" noProof="1">
                <a:latin typeface="Script MT Bold" panose="03040602040607080904" pitchFamily="66" charset="0"/>
              </a:rPr>
              <a:t>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EBBEA4-DF03-3DD3-FBE0-73A08ED22586}"/>
              </a:ext>
            </a:extLst>
          </p:cNvPr>
          <p:cNvSpPr txBox="1"/>
          <p:nvPr/>
        </p:nvSpPr>
        <p:spPr>
          <a:xfrm>
            <a:off x="5100220" y="194646"/>
            <a:ext cx="3155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noProof="1">
                <a:solidFill>
                  <a:schemeClr val="bg1"/>
                </a:solidFill>
                <a:latin typeface="Copperplate Gothic Light" panose="020E0507020206020404" pitchFamily="34" charset="0"/>
              </a:rPr>
              <a:t>SchooLearn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C7E3787-E1A5-B7EF-92F2-B92F7D4E9819}"/>
              </a:ext>
            </a:extLst>
          </p:cNvPr>
          <p:cNvSpPr/>
          <p:nvPr/>
        </p:nvSpPr>
        <p:spPr>
          <a:xfrm>
            <a:off x="4111141" y="194646"/>
            <a:ext cx="791171" cy="523220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89C36D5-DD1C-DA92-8A2A-4D1E1728D101}"/>
              </a:ext>
            </a:extLst>
          </p:cNvPr>
          <p:cNvCxnSpPr>
            <a:cxnSpLocks/>
          </p:cNvCxnSpPr>
          <p:nvPr/>
        </p:nvCxnSpPr>
        <p:spPr>
          <a:xfrm>
            <a:off x="4175125" y="32702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AF987AD-4C07-7FE4-0B7A-54546FBC0806}"/>
              </a:ext>
            </a:extLst>
          </p:cNvPr>
          <p:cNvCxnSpPr>
            <a:cxnSpLocks/>
          </p:cNvCxnSpPr>
          <p:nvPr/>
        </p:nvCxnSpPr>
        <p:spPr>
          <a:xfrm>
            <a:off x="4175125" y="461962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943B3E-7D7A-00DB-FC00-6031F9FAE2B4}"/>
              </a:ext>
            </a:extLst>
          </p:cNvPr>
          <p:cNvCxnSpPr>
            <a:cxnSpLocks/>
          </p:cNvCxnSpPr>
          <p:nvPr/>
        </p:nvCxnSpPr>
        <p:spPr>
          <a:xfrm>
            <a:off x="4175125" y="58737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0246F48-23C1-326D-B9A1-DA63A2706B84}"/>
              </a:ext>
            </a:extLst>
          </p:cNvPr>
          <p:cNvSpPr/>
          <p:nvPr/>
        </p:nvSpPr>
        <p:spPr>
          <a:xfrm>
            <a:off x="4292867" y="3043336"/>
            <a:ext cx="3599849" cy="231006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6F09BD-385D-A281-63B8-FE369D82C6E8}"/>
              </a:ext>
            </a:extLst>
          </p:cNvPr>
          <p:cNvSpPr/>
          <p:nvPr/>
        </p:nvSpPr>
        <p:spPr>
          <a:xfrm>
            <a:off x="4296075" y="5670279"/>
            <a:ext cx="3599849" cy="1187721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0E32E7-D1BD-AFA9-D257-D334CF7D6429}"/>
              </a:ext>
            </a:extLst>
          </p:cNvPr>
          <p:cNvCxnSpPr>
            <a:cxnSpLocks/>
          </p:cNvCxnSpPr>
          <p:nvPr/>
        </p:nvCxnSpPr>
        <p:spPr>
          <a:xfrm>
            <a:off x="4180404" y="1739969"/>
            <a:ext cx="3831191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A28E578-AB8E-B65B-6344-8CA542C0068B}"/>
              </a:ext>
            </a:extLst>
          </p:cNvPr>
          <p:cNvSpPr txBox="1"/>
          <p:nvPr/>
        </p:nvSpPr>
        <p:spPr>
          <a:xfrm>
            <a:off x="3932096" y="1948809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latin typeface="+mj-lt"/>
              </a:rPr>
              <a:t>Select the subject below that you want to learn about</a:t>
            </a:r>
          </a:p>
        </p:txBody>
      </p:sp>
    </p:spTree>
    <p:extLst>
      <p:ext uri="{BB962C8B-B14F-4D97-AF65-F5344CB8AC3E}">
        <p14:creationId xmlns:p14="http://schemas.microsoft.com/office/powerpoint/2010/main" val="3413964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21C1-0A40-11C3-13ED-57932917A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5B5B12-BB52-9EDA-DB6A-6E38C1D14EAC}"/>
              </a:ext>
            </a:extLst>
          </p:cNvPr>
          <p:cNvSpPr/>
          <p:nvPr/>
        </p:nvSpPr>
        <p:spPr>
          <a:xfrm>
            <a:off x="-174171" y="-228600"/>
            <a:ext cx="12366171" cy="70866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AF094F-7AEF-43BE-25DF-545313C339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id-ID" sz="4400" b="1" noProof="1">
                <a:solidFill>
                  <a:schemeClr val="bg1"/>
                </a:solidFill>
                <a:latin typeface="Arial Rounded MT Bold" panose="020F0704030504030204" pitchFamily="34" charset="0"/>
              </a:rPr>
              <a:t>MDM (426 - 768px)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90B30B-2981-E687-7FFD-C5D433B152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id-ID" sz="4000" noProof="1">
                <a:solidFill>
                  <a:schemeClr val="bg1"/>
                </a:solidFill>
              </a:rPr>
              <a:t>Large Phones - Tablet</a:t>
            </a:r>
          </a:p>
        </p:txBody>
      </p:sp>
    </p:spTree>
    <p:extLst>
      <p:ext uri="{BB962C8B-B14F-4D97-AF65-F5344CB8AC3E}">
        <p14:creationId xmlns:p14="http://schemas.microsoft.com/office/powerpoint/2010/main" val="3088441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B8036-2835-6B24-2588-CB67B98CB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31E19A-F9F6-2A2A-4822-E050976A5186}"/>
              </a:ext>
            </a:extLst>
          </p:cNvPr>
          <p:cNvSpPr/>
          <p:nvPr/>
        </p:nvSpPr>
        <p:spPr>
          <a:xfrm>
            <a:off x="-174171" y="-228600"/>
            <a:ext cx="12366171" cy="70866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40B933-8A04-E821-A307-186D05D4D5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id-ID" sz="4400" b="1" noProof="1">
                <a:solidFill>
                  <a:schemeClr val="bg1"/>
                </a:solidFill>
                <a:latin typeface="Arial Rounded MT Bold" panose="020F0704030504030204" pitchFamily="34" charset="0"/>
              </a:rPr>
              <a:t>LRG (769 - 1440px)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135EF1-F019-1BC6-B9EA-5AD1BF0CB9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id-ID" sz="4000" noProof="1">
                <a:solidFill>
                  <a:schemeClr val="bg1"/>
                </a:solidFill>
              </a:rPr>
              <a:t>Tablet – Large Laptops</a:t>
            </a:r>
          </a:p>
        </p:txBody>
      </p:sp>
    </p:spTree>
    <p:extLst>
      <p:ext uri="{BB962C8B-B14F-4D97-AF65-F5344CB8AC3E}">
        <p14:creationId xmlns:p14="http://schemas.microsoft.com/office/powerpoint/2010/main" val="1726024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0ECB2-A009-3CF4-B019-7EAF26A94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7146C8-DB02-6155-55E4-CB20E8F227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0DF4689-3ED7-69B0-FCC5-1684C00CCF86}"/>
              </a:ext>
            </a:extLst>
          </p:cNvPr>
          <p:cNvSpPr/>
          <p:nvPr/>
        </p:nvSpPr>
        <p:spPr>
          <a:xfrm>
            <a:off x="1786270" y="0"/>
            <a:ext cx="8633637" cy="6858000"/>
          </a:xfrm>
          <a:prstGeom prst="roundRect">
            <a:avLst>
              <a:gd name="adj" fmla="val 9529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</p:spTree>
    <p:extLst>
      <p:ext uri="{BB962C8B-B14F-4D97-AF65-F5344CB8AC3E}">
        <p14:creationId xmlns:p14="http://schemas.microsoft.com/office/powerpoint/2010/main" val="844149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FC5BA-116A-C6BB-0240-FAF1A9F28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A96498-3F48-8396-6606-E3693719E6CB}"/>
              </a:ext>
            </a:extLst>
          </p:cNvPr>
          <p:cNvSpPr/>
          <p:nvPr/>
        </p:nvSpPr>
        <p:spPr>
          <a:xfrm>
            <a:off x="-174171" y="-228600"/>
            <a:ext cx="12366171" cy="70866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4B895F-7F38-F4FA-955A-55C9E1A58E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id-ID" sz="4400" b="1" noProof="1">
                <a:solidFill>
                  <a:schemeClr val="bg1"/>
                </a:solidFill>
                <a:latin typeface="Arial Rounded MT Bold" panose="020F0704030504030204" pitchFamily="34" charset="0"/>
              </a:rPr>
              <a:t>XLRG (&gt;1440px)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CCE1C-FA5A-A501-AD4E-370837F5D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id-ID" sz="4000" noProof="1">
                <a:solidFill>
                  <a:schemeClr val="bg1"/>
                </a:solidFill>
              </a:rPr>
              <a:t>Larger than Laptops</a:t>
            </a:r>
          </a:p>
        </p:txBody>
      </p:sp>
    </p:spTree>
    <p:extLst>
      <p:ext uri="{BB962C8B-B14F-4D97-AF65-F5344CB8AC3E}">
        <p14:creationId xmlns:p14="http://schemas.microsoft.com/office/powerpoint/2010/main" val="3921246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291</Words>
  <Application>Microsoft Office PowerPoint</Application>
  <PresentationFormat>Widescreen</PresentationFormat>
  <Paragraphs>118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Algerian</vt:lpstr>
      <vt:lpstr>Aptos Display</vt:lpstr>
      <vt:lpstr>Arial</vt:lpstr>
      <vt:lpstr>Arial Black</vt:lpstr>
      <vt:lpstr>Arial Rounded MT Bold</vt:lpstr>
      <vt:lpstr>Calibri</vt:lpstr>
      <vt:lpstr>Calibri Light</vt:lpstr>
      <vt:lpstr>Copperplate Gothic Light</vt:lpstr>
      <vt:lpstr>Script MT Bold</vt:lpstr>
      <vt:lpstr>Office Theme</vt:lpstr>
      <vt:lpstr>Project: “SchooLearn”</vt:lpstr>
      <vt:lpstr>Home Page</vt:lpstr>
      <vt:lpstr>Learning Page - Languages</vt:lpstr>
      <vt:lpstr>Learning Page – Islam Religion</vt:lpstr>
      <vt:lpstr>Learning Page - Universal</vt:lpstr>
      <vt:lpstr>Learning Page - Extras</vt:lpstr>
      <vt:lpstr>Learning Page - Skills</vt:lpstr>
      <vt:lpstr>XSML (0 – 319px)</vt:lpstr>
      <vt:lpstr>PowerPoint Presentation</vt:lpstr>
      <vt:lpstr>SML (320 - 425px)</vt:lpstr>
      <vt:lpstr>PowerPoint Presentation</vt:lpstr>
      <vt:lpstr>PowerPoint Presentation</vt:lpstr>
      <vt:lpstr>PowerPoint Presentation</vt:lpstr>
      <vt:lpstr>MDM (426 - 768px)</vt:lpstr>
      <vt:lpstr>LRG (769 - 1440px)</vt:lpstr>
      <vt:lpstr>PowerPoint Presentation</vt:lpstr>
      <vt:lpstr>XLRG (&gt;1440px)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erika.dayshi@gmail.com</dc:creator>
  <cp:lastModifiedBy>erika.dayshi@gmail.com</cp:lastModifiedBy>
  <cp:revision>2</cp:revision>
  <dcterms:created xsi:type="dcterms:W3CDTF">2025-10-19T02:44:16Z</dcterms:created>
  <dcterms:modified xsi:type="dcterms:W3CDTF">2025-10-24T15:37:32Z</dcterms:modified>
</cp:coreProperties>
</file>